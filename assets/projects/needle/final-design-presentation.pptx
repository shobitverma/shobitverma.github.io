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" charset="1" panose="020B0502030000000004"/>
      <p:regular r:id="rId18"/>
    </p:embeddedFont>
    <p:embeddedFont>
      <p:font typeface="TAN Pearl" charset="1" panose="00000000000000000000"/>
      <p:regular r:id="rId19"/>
    </p:embeddedFont>
    <p:embeddedFont>
      <p:font typeface="TAN Twinkle" charset="1" panose="00000000000000000000"/>
      <p:regular r:id="rId20"/>
    </p:embeddedFont>
    <p:embeddedFont>
      <p:font typeface="Inter Bold" charset="1" panose="020B0802030000000004"/>
      <p:regular r:id="rId21"/>
    </p:embeddedFont>
    <p:embeddedFont>
      <p:font typeface="Inter Bold Italics" charset="1" panose="020B08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jpe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VAGVFQ_SC98.mp4" Type="http://schemas.openxmlformats.org/officeDocument/2006/relationships/video"/><Relationship Id="rId4" Target="../media/VAGVFQ_SC98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2.jpeg" Type="http://schemas.openxmlformats.org/officeDocument/2006/relationships/image"/><Relationship Id="rId4" Target="../media/image43.jpeg" Type="http://schemas.openxmlformats.org/officeDocument/2006/relationships/image"/><Relationship Id="rId5" Target="../media/image44.jpeg" Type="http://schemas.openxmlformats.org/officeDocument/2006/relationships/image"/><Relationship Id="rId6" Target="../media/image45.jpeg" Type="http://schemas.openxmlformats.org/officeDocument/2006/relationships/image"/><Relationship Id="rId7" Target="../media/image46.jpeg" Type="http://schemas.openxmlformats.org/officeDocument/2006/relationships/image"/><Relationship Id="rId8" Target="../media/image4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5.jpeg" Type="http://schemas.openxmlformats.org/officeDocument/2006/relationships/image"/><Relationship Id="rId4" Target="../media/image49.jpeg" Type="http://schemas.openxmlformats.org/officeDocument/2006/relationships/image"/><Relationship Id="rId5" Target="../media/image50.jpeg" Type="http://schemas.openxmlformats.org/officeDocument/2006/relationships/image"/><Relationship Id="rId6" Target="../media/image5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839041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512146" y="1226345"/>
            <a:ext cx="1747154" cy="1747154"/>
          </a:xfrm>
          <a:custGeom>
            <a:avLst/>
            <a:gdLst/>
            <a:ahLst/>
            <a:cxnLst/>
            <a:rect r="r" b="b" t="t" l="l"/>
            <a:pathLst>
              <a:path h="1747154" w="1747154">
                <a:moveTo>
                  <a:pt x="0" y="0"/>
                </a:moveTo>
                <a:lnTo>
                  <a:pt x="1747154" y="0"/>
                </a:lnTo>
                <a:lnTo>
                  <a:pt x="1747154" y="1747155"/>
                </a:lnTo>
                <a:lnTo>
                  <a:pt x="0" y="174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240" y="3250849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5362" y="8621157"/>
            <a:ext cx="641414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ONLINE UPDATE - PPT 3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482890" y="5329871"/>
            <a:ext cx="6409547" cy="65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3676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Shobit Verma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70420" y="5515612"/>
            <a:ext cx="1981312" cy="47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39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(Sho.)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2890" y="4079591"/>
            <a:ext cx="15507767" cy="8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9"/>
              </a:lnSpc>
            </a:pPr>
            <a:r>
              <a:rPr lang="en-US" sz="4735" u="sng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Needle Insertion mechanism FINAL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2890" y="2970295"/>
            <a:ext cx="7310635" cy="75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416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(Online PPT -3 )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4877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22503" y="1210979"/>
            <a:ext cx="1519833" cy="151983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76750" y="441325"/>
            <a:ext cx="2882550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01/10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2420" y="1684378"/>
            <a:ext cx="12196276" cy="84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3"/>
              </a:lnSpc>
            </a:pPr>
            <a:r>
              <a:rPr lang="en-US" sz="4931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Outline of the period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715" y="3598996"/>
            <a:ext cx="9483415" cy="299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0833" indent="-285416" lvl="1">
              <a:lnSpc>
                <a:spcPts val="4838"/>
              </a:lnSpc>
              <a:buFont typeface="Arial"/>
              <a:buChar char="•"/>
            </a:pPr>
            <a:r>
              <a:rPr lang="en-US" sz="2643" spc="15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Needle range optimise</a:t>
            </a:r>
          </a:p>
          <a:p>
            <a:pPr algn="just" marL="570833" indent="-285416" lvl="1">
              <a:lnSpc>
                <a:spcPts val="4838"/>
              </a:lnSpc>
              <a:buFont typeface="Arial"/>
              <a:buChar char="•"/>
            </a:pPr>
            <a:r>
              <a:rPr lang="en-US" sz="2643" spc="15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mechanism smoothen</a:t>
            </a:r>
          </a:p>
          <a:p>
            <a:pPr algn="just" marL="570833" indent="-285416" lvl="1">
              <a:lnSpc>
                <a:spcPts val="4838"/>
              </a:lnSpc>
              <a:buFont typeface="Arial"/>
              <a:buChar char="•"/>
            </a:pPr>
            <a:r>
              <a:rPr lang="en-US" sz="2643" spc="15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removed all errors</a:t>
            </a:r>
          </a:p>
          <a:p>
            <a:pPr algn="just" marL="570833" indent="-285416" lvl="1">
              <a:lnSpc>
                <a:spcPts val="4838"/>
              </a:lnSpc>
              <a:buFont typeface="Arial"/>
              <a:buChar char="•"/>
            </a:pPr>
            <a:r>
              <a:rPr lang="en-US" sz="2643" spc="15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develop the 3d printed prototype</a:t>
            </a:r>
          </a:p>
          <a:p>
            <a:pPr algn="just">
              <a:lnSpc>
                <a:spcPts val="483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9289893" y="2362455"/>
            <a:ext cx="6012917" cy="7043347"/>
          </a:xfrm>
          <a:custGeom>
            <a:avLst/>
            <a:gdLst/>
            <a:ahLst/>
            <a:cxnLst/>
            <a:rect r="r" b="b" t="t" l="l"/>
            <a:pathLst>
              <a:path h="7043347" w="6012917">
                <a:moveTo>
                  <a:pt x="0" y="0"/>
                </a:moveTo>
                <a:lnTo>
                  <a:pt x="6012917" y="0"/>
                </a:lnTo>
                <a:lnTo>
                  <a:pt x="6012917" y="7043347"/>
                </a:lnTo>
                <a:lnTo>
                  <a:pt x="0" y="7043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3" r="0" b="-4998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6782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31656" y="1126497"/>
            <a:ext cx="1519833" cy="151983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99551" y="517525"/>
            <a:ext cx="2959749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9.7/10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12" y="1513329"/>
            <a:ext cx="12347811" cy="539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6"/>
              </a:lnSpc>
            </a:pPr>
            <a:r>
              <a:rPr lang="en-US" sz="10247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Needle Insertion project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519936" y="7794970"/>
            <a:ext cx="2257194" cy="1029845"/>
          </a:xfrm>
          <a:custGeom>
            <a:avLst/>
            <a:gdLst/>
            <a:ahLst/>
            <a:cxnLst/>
            <a:rect r="r" b="b" t="t" l="l"/>
            <a:pathLst>
              <a:path h="1029845" w="2257194">
                <a:moveTo>
                  <a:pt x="0" y="0"/>
                </a:moveTo>
                <a:lnTo>
                  <a:pt x="2257194" y="0"/>
                </a:lnTo>
                <a:lnTo>
                  <a:pt x="2257194" y="1029845"/>
                </a:lnTo>
                <a:lnTo>
                  <a:pt x="0" y="1029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71399" y="1713785"/>
            <a:ext cx="3194539" cy="6878480"/>
          </a:xfrm>
          <a:custGeom>
            <a:avLst/>
            <a:gdLst/>
            <a:ahLst/>
            <a:cxnLst/>
            <a:rect r="r" b="b" t="t" l="l"/>
            <a:pathLst>
              <a:path h="6878480" w="3194539">
                <a:moveTo>
                  <a:pt x="0" y="0"/>
                </a:moveTo>
                <a:lnTo>
                  <a:pt x="3194539" y="0"/>
                </a:lnTo>
                <a:lnTo>
                  <a:pt x="3194539" y="6878480"/>
                </a:lnTo>
                <a:lnTo>
                  <a:pt x="0" y="687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05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6782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31656" y="1097008"/>
            <a:ext cx="1222789" cy="122278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99551" y="517525"/>
            <a:ext cx="2959749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09/10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3050" y="1632202"/>
            <a:ext cx="14807663" cy="63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2"/>
              </a:lnSpc>
            </a:pPr>
            <a:r>
              <a:rPr lang="en-US" sz="3694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Previously in Taiwan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58770" y="2652567"/>
            <a:ext cx="6388112" cy="6215412"/>
            <a:chOff x="0" y="0"/>
            <a:chExt cx="8517482" cy="8287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05668" y="35300"/>
              <a:ext cx="8358277" cy="8174981"/>
            </a:xfrm>
            <a:custGeom>
              <a:avLst/>
              <a:gdLst/>
              <a:ahLst/>
              <a:cxnLst/>
              <a:rect r="r" b="b" t="t" l="l"/>
              <a:pathLst>
                <a:path h="8174981" w="8358277">
                  <a:moveTo>
                    <a:pt x="0" y="0"/>
                  </a:moveTo>
                  <a:lnTo>
                    <a:pt x="8358276" y="0"/>
                  </a:lnTo>
                  <a:lnTo>
                    <a:pt x="8358276" y="8174981"/>
                  </a:lnTo>
                  <a:lnTo>
                    <a:pt x="0" y="8174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4707" y="0"/>
              <a:ext cx="8415651" cy="8147714"/>
            </a:xfrm>
            <a:custGeom>
              <a:avLst/>
              <a:gdLst/>
              <a:ahLst/>
              <a:cxnLst/>
              <a:rect r="r" b="b" t="t" l="l"/>
              <a:pathLst>
                <a:path h="8147714" w="8415651">
                  <a:moveTo>
                    <a:pt x="0" y="0"/>
                  </a:moveTo>
                  <a:lnTo>
                    <a:pt x="8415651" y="0"/>
                  </a:lnTo>
                  <a:lnTo>
                    <a:pt x="8415651" y="8147714"/>
                  </a:lnTo>
                  <a:lnTo>
                    <a:pt x="0" y="814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0218" y="5178"/>
              <a:ext cx="8359235" cy="8210168"/>
            </a:xfrm>
            <a:custGeom>
              <a:avLst/>
              <a:gdLst/>
              <a:ahLst/>
              <a:cxnLst/>
              <a:rect r="r" b="b" t="t" l="l"/>
              <a:pathLst>
                <a:path h="8210168" w="8359235">
                  <a:moveTo>
                    <a:pt x="0" y="0"/>
                  </a:moveTo>
                  <a:lnTo>
                    <a:pt x="8359235" y="0"/>
                  </a:lnTo>
                  <a:lnTo>
                    <a:pt x="8359235" y="8210168"/>
                  </a:lnTo>
                  <a:lnTo>
                    <a:pt x="0" y="8210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911" y="10243"/>
              <a:ext cx="8445033" cy="8276973"/>
            </a:xfrm>
            <a:custGeom>
              <a:avLst/>
              <a:gdLst/>
              <a:ahLst/>
              <a:cxnLst/>
              <a:rect r="r" b="b" t="t" l="l"/>
              <a:pathLst>
                <a:path h="8276973" w="8445033">
                  <a:moveTo>
                    <a:pt x="0" y="0"/>
                  </a:moveTo>
                  <a:lnTo>
                    <a:pt x="8445033" y="0"/>
                  </a:lnTo>
                  <a:lnTo>
                    <a:pt x="8445033" y="8276973"/>
                  </a:lnTo>
                  <a:lnTo>
                    <a:pt x="0" y="8276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243"/>
              <a:ext cx="8481113" cy="8200038"/>
            </a:xfrm>
            <a:custGeom>
              <a:avLst/>
              <a:gdLst/>
              <a:ahLst/>
              <a:cxnLst/>
              <a:rect r="r" b="b" t="t" l="l"/>
              <a:pathLst>
                <a:path h="8200038" w="8481113">
                  <a:moveTo>
                    <a:pt x="0" y="0"/>
                  </a:moveTo>
                  <a:lnTo>
                    <a:pt x="8481113" y="0"/>
                  </a:lnTo>
                  <a:lnTo>
                    <a:pt x="8481113" y="8200038"/>
                  </a:lnTo>
                  <a:lnTo>
                    <a:pt x="0" y="8200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446" y="10243"/>
              <a:ext cx="8343473" cy="8160852"/>
            </a:xfrm>
            <a:custGeom>
              <a:avLst/>
              <a:gdLst/>
              <a:ahLst/>
              <a:cxnLst/>
              <a:rect r="r" b="b" t="t" l="l"/>
              <a:pathLst>
                <a:path h="8160852" w="8343473">
                  <a:moveTo>
                    <a:pt x="0" y="0"/>
                  </a:moveTo>
                  <a:lnTo>
                    <a:pt x="8343472" y="0"/>
                  </a:lnTo>
                  <a:lnTo>
                    <a:pt x="8343472" y="8160852"/>
                  </a:lnTo>
                  <a:lnTo>
                    <a:pt x="0" y="816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911" y="10243"/>
              <a:ext cx="8440542" cy="8200038"/>
            </a:xfrm>
            <a:custGeom>
              <a:avLst/>
              <a:gdLst/>
              <a:ahLst/>
              <a:cxnLst/>
              <a:rect r="r" b="b" t="t" l="l"/>
              <a:pathLst>
                <a:path h="8200038" w="8440542">
                  <a:moveTo>
                    <a:pt x="0" y="0"/>
                  </a:moveTo>
                  <a:lnTo>
                    <a:pt x="8440542" y="0"/>
                  </a:lnTo>
                  <a:lnTo>
                    <a:pt x="8440542" y="8200038"/>
                  </a:lnTo>
                  <a:lnTo>
                    <a:pt x="0" y="8200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8294" y="10243"/>
              <a:ext cx="8464185" cy="8200038"/>
            </a:xfrm>
            <a:custGeom>
              <a:avLst/>
              <a:gdLst/>
              <a:ahLst/>
              <a:cxnLst/>
              <a:rect r="r" b="b" t="t" l="l"/>
              <a:pathLst>
                <a:path h="8200038" w="8464185">
                  <a:moveTo>
                    <a:pt x="0" y="0"/>
                  </a:moveTo>
                  <a:lnTo>
                    <a:pt x="8464185" y="0"/>
                  </a:lnTo>
                  <a:lnTo>
                    <a:pt x="8464185" y="8200038"/>
                  </a:lnTo>
                  <a:lnTo>
                    <a:pt x="0" y="8200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8294" y="10243"/>
              <a:ext cx="8469188" cy="8274099"/>
            </a:xfrm>
            <a:custGeom>
              <a:avLst/>
              <a:gdLst/>
              <a:ahLst/>
              <a:cxnLst/>
              <a:rect r="r" b="b" t="t" l="l"/>
              <a:pathLst>
                <a:path h="8274099" w="8469188">
                  <a:moveTo>
                    <a:pt x="0" y="0"/>
                  </a:moveTo>
                  <a:lnTo>
                    <a:pt x="8469188" y="0"/>
                  </a:lnTo>
                  <a:lnTo>
                    <a:pt x="8469188" y="8274098"/>
                  </a:lnTo>
                  <a:lnTo>
                    <a:pt x="0" y="8274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9999"/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8294" y="10243"/>
              <a:ext cx="8384525" cy="8160852"/>
            </a:xfrm>
            <a:custGeom>
              <a:avLst/>
              <a:gdLst/>
              <a:ahLst/>
              <a:cxnLst/>
              <a:rect r="r" b="b" t="t" l="l"/>
              <a:pathLst>
                <a:path h="8160852" w="8384525">
                  <a:moveTo>
                    <a:pt x="0" y="0"/>
                  </a:moveTo>
                  <a:lnTo>
                    <a:pt x="8384525" y="0"/>
                  </a:lnTo>
                  <a:lnTo>
                    <a:pt x="8384525" y="8160852"/>
                  </a:lnTo>
                  <a:lnTo>
                    <a:pt x="0" y="8160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43000"/>
              </a:blip>
              <a:stretch>
                <a:fillRect l="-12872" t="-3948" r="-5914" b="-411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2945169" y="4864308"/>
              <a:ext cx="719400" cy="693000"/>
              <a:chOff x="0" y="0"/>
              <a:chExt cx="969010" cy="9334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50693" y="50491"/>
                <a:ext cx="868115" cy="832177"/>
              </a:xfrm>
              <a:custGeom>
                <a:avLst/>
                <a:gdLst/>
                <a:ahLst/>
                <a:cxnLst/>
                <a:rect r="r" b="b" t="t" l="l"/>
                <a:pathLst>
                  <a:path h="832177" w="868115">
                    <a:moveTo>
                      <a:pt x="47097" y="11739"/>
                    </a:moveTo>
                    <a:cubicBezTo>
                      <a:pt x="128377" y="184459"/>
                      <a:pt x="146157" y="213669"/>
                      <a:pt x="181717" y="259389"/>
                    </a:cubicBezTo>
                    <a:cubicBezTo>
                      <a:pt x="240137" y="338129"/>
                      <a:pt x="360787" y="491799"/>
                      <a:pt x="442067" y="561649"/>
                    </a:cubicBezTo>
                    <a:cubicBezTo>
                      <a:pt x="497947" y="611179"/>
                      <a:pt x="539857" y="630229"/>
                      <a:pt x="600817" y="664519"/>
                    </a:cubicBezTo>
                    <a:cubicBezTo>
                      <a:pt x="677017" y="707699"/>
                      <a:pt x="848467" y="761039"/>
                      <a:pt x="866247" y="795329"/>
                    </a:cubicBezTo>
                    <a:cubicBezTo>
                      <a:pt x="871327" y="806759"/>
                      <a:pt x="864977" y="819459"/>
                      <a:pt x="859897" y="825809"/>
                    </a:cubicBezTo>
                    <a:cubicBezTo>
                      <a:pt x="854817" y="830889"/>
                      <a:pt x="843387" y="833429"/>
                      <a:pt x="837037" y="830889"/>
                    </a:cubicBezTo>
                    <a:cubicBezTo>
                      <a:pt x="828147" y="827079"/>
                      <a:pt x="816717" y="806759"/>
                      <a:pt x="819257" y="799139"/>
                    </a:cubicBezTo>
                    <a:cubicBezTo>
                      <a:pt x="821797" y="790249"/>
                      <a:pt x="843387" y="780089"/>
                      <a:pt x="852277" y="782629"/>
                    </a:cubicBezTo>
                    <a:cubicBezTo>
                      <a:pt x="859897" y="785169"/>
                      <a:pt x="868787" y="808029"/>
                      <a:pt x="866247" y="816919"/>
                    </a:cubicBezTo>
                    <a:cubicBezTo>
                      <a:pt x="863707" y="824539"/>
                      <a:pt x="852277" y="830889"/>
                      <a:pt x="839577" y="832159"/>
                    </a:cubicBezTo>
                    <a:cubicBezTo>
                      <a:pt x="802747" y="833429"/>
                      <a:pt x="693527" y="768659"/>
                      <a:pt x="623677" y="733099"/>
                    </a:cubicBezTo>
                    <a:cubicBezTo>
                      <a:pt x="555097" y="696269"/>
                      <a:pt x="491597" y="672139"/>
                      <a:pt x="424287" y="616259"/>
                    </a:cubicBezTo>
                    <a:cubicBezTo>
                      <a:pt x="332847" y="541329"/>
                      <a:pt x="210927" y="381309"/>
                      <a:pt x="148697" y="298759"/>
                    </a:cubicBezTo>
                    <a:cubicBezTo>
                      <a:pt x="111867" y="250499"/>
                      <a:pt x="91547" y="221289"/>
                      <a:pt x="67417" y="176839"/>
                    </a:cubicBezTo>
                    <a:cubicBezTo>
                      <a:pt x="40747" y="129849"/>
                      <a:pt x="-2433" y="52379"/>
                      <a:pt x="107" y="24439"/>
                    </a:cubicBezTo>
                    <a:cubicBezTo>
                      <a:pt x="1377" y="11739"/>
                      <a:pt x="7727" y="2849"/>
                      <a:pt x="15347" y="309"/>
                    </a:cubicBezTo>
                    <a:cubicBezTo>
                      <a:pt x="24237" y="-2231"/>
                      <a:pt x="47097" y="11739"/>
                      <a:pt x="47097" y="11739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822937" y="4961693"/>
              <a:ext cx="761545" cy="761545"/>
              <a:chOff x="0" y="0"/>
              <a:chExt cx="1056640" cy="10566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50044" y="50746"/>
                <a:ext cx="955796" cy="954757"/>
              </a:xfrm>
              <a:custGeom>
                <a:avLst/>
                <a:gdLst/>
                <a:ahLst/>
                <a:cxnLst/>
                <a:rect r="r" b="b" t="t" l="l"/>
                <a:pathLst>
                  <a:path h="954757" w="955796">
                    <a:moveTo>
                      <a:pt x="51556" y="20374"/>
                    </a:moveTo>
                    <a:cubicBezTo>
                      <a:pt x="89656" y="143564"/>
                      <a:pt x="103626" y="165154"/>
                      <a:pt x="131566" y="205794"/>
                    </a:cubicBezTo>
                    <a:cubicBezTo>
                      <a:pt x="192526" y="293424"/>
                      <a:pt x="337306" y="492814"/>
                      <a:pt x="447796" y="594414"/>
                    </a:cubicBezTo>
                    <a:cubicBezTo>
                      <a:pt x="540506" y="679504"/>
                      <a:pt x="645916" y="735384"/>
                      <a:pt x="736086" y="791264"/>
                    </a:cubicBezTo>
                    <a:cubicBezTo>
                      <a:pt x="811016" y="838254"/>
                      <a:pt x="929126" y="876354"/>
                      <a:pt x="948176" y="910644"/>
                    </a:cubicBezTo>
                    <a:cubicBezTo>
                      <a:pt x="955796" y="924614"/>
                      <a:pt x="953256" y="941124"/>
                      <a:pt x="946906" y="947474"/>
                    </a:cubicBezTo>
                    <a:cubicBezTo>
                      <a:pt x="941826" y="953824"/>
                      <a:pt x="924046" y="953824"/>
                      <a:pt x="916426" y="950014"/>
                    </a:cubicBezTo>
                    <a:cubicBezTo>
                      <a:pt x="910076" y="946204"/>
                      <a:pt x="904996" y="936044"/>
                      <a:pt x="904996" y="929694"/>
                    </a:cubicBezTo>
                    <a:cubicBezTo>
                      <a:pt x="904996" y="922074"/>
                      <a:pt x="910076" y="911914"/>
                      <a:pt x="916426" y="908104"/>
                    </a:cubicBezTo>
                    <a:cubicBezTo>
                      <a:pt x="921506" y="904294"/>
                      <a:pt x="932936" y="903024"/>
                      <a:pt x="939286" y="904294"/>
                    </a:cubicBezTo>
                    <a:cubicBezTo>
                      <a:pt x="945636" y="906834"/>
                      <a:pt x="954526" y="915724"/>
                      <a:pt x="955796" y="922074"/>
                    </a:cubicBezTo>
                    <a:cubicBezTo>
                      <a:pt x="955796" y="930964"/>
                      <a:pt x="945636" y="950014"/>
                      <a:pt x="935476" y="953824"/>
                    </a:cubicBezTo>
                    <a:cubicBezTo>
                      <a:pt x="918966" y="958904"/>
                      <a:pt x="892296" y="942394"/>
                      <a:pt x="856736" y="924614"/>
                    </a:cubicBezTo>
                    <a:cubicBezTo>
                      <a:pt x="765296" y="878894"/>
                      <a:pt x="531616" y="739194"/>
                      <a:pt x="402076" y="619814"/>
                    </a:cubicBezTo>
                    <a:cubicBezTo>
                      <a:pt x="280156" y="508054"/>
                      <a:pt x="156966" y="325174"/>
                      <a:pt x="94736" y="236274"/>
                    </a:cubicBezTo>
                    <a:cubicBezTo>
                      <a:pt x="64256" y="194364"/>
                      <a:pt x="49016" y="172774"/>
                      <a:pt x="33776" y="137214"/>
                    </a:cubicBezTo>
                    <a:cubicBezTo>
                      <a:pt x="17266" y="101654"/>
                      <a:pt x="-4324" y="47044"/>
                      <a:pt x="756" y="24184"/>
                    </a:cubicBezTo>
                    <a:cubicBezTo>
                      <a:pt x="4566" y="11484"/>
                      <a:pt x="15996" y="54"/>
                      <a:pt x="24886" y="54"/>
                    </a:cubicBezTo>
                    <a:cubicBezTo>
                      <a:pt x="32506" y="-1216"/>
                      <a:pt x="51556" y="20374"/>
                      <a:pt x="51556" y="20374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684724" y="5023019"/>
              <a:ext cx="810972" cy="806396"/>
              <a:chOff x="0" y="0"/>
              <a:chExt cx="1125220" cy="11188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50605" y="50022"/>
                <a:ext cx="1023815" cy="1018680"/>
              </a:xfrm>
              <a:custGeom>
                <a:avLst/>
                <a:gdLst/>
                <a:ahLst/>
                <a:cxnLst/>
                <a:rect r="r" b="b" t="t" l="l"/>
                <a:pathLst>
                  <a:path h="1018680" w="1023815">
                    <a:moveTo>
                      <a:pt x="44645" y="8398"/>
                    </a:moveTo>
                    <a:cubicBezTo>
                      <a:pt x="174185" y="235728"/>
                      <a:pt x="179265" y="268748"/>
                      <a:pt x="202125" y="306848"/>
                    </a:cubicBezTo>
                    <a:cubicBezTo>
                      <a:pt x="228795" y="352568"/>
                      <a:pt x="259275" y="391938"/>
                      <a:pt x="310075" y="445278"/>
                    </a:cubicBezTo>
                    <a:cubicBezTo>
                      <a:pt x="396435" y="537988"/>
                      <a:pt x="583125" y="696738"/>
                      <a:pt x="697425" y="785638"/>
                    </a:cubicBezTo>
                    <a:cubicBezTo>
                      <a:pt x="778705" y="849138"/>
                      <a:pt x="858715" y="906288"/>
                      <a:pt x="918405" y="936768"/>
                    </a:cubicBezTo>
                    <a:cubicBezTo>
                      <a:pt x="956505" y="957088"/>
                      <a:pt x="1002225" y="957088"/>
                      <a:pt x="1014925" y="973598"/>
                    </a:cubicBezTo>
                    <a:cubicBezTo>
                      <a:pt x="1022545" y="985028"/>
                      <a:pt x="1023815" y="1005348"/>
                      <a:pt x="1017465" y="1010428"/>
                    </a:cubicBezTo>
                    <a:cubicBezTo>
                      <a:pt x="1012385" y="1016778"/>
                      <a:pt x="986985" y="1018048"/>
                      <a:pt x="980635" y="1011698"/>
                    </a:cubicBezTo>
                    <a:cubicBezTo>
                      <a:pt x="974285" y="1005348"/>
                      <a:pt x="975555" y="979948"/>
                      <a:pt x="981905" y="974868"/>
                    </a:cubicBezTo>
                    <a:cubicBezTo>
                      <a:pt x="988255" y="968518"/>
                      <a:pt x="1012385" y="972328"/>
                      <a:pt x="1018735" y="978678"/>
                    </a:cubicBezTo>
                    <a:cubicBezTo>
                      <a:pt x="1023815" y="982488"/>
                      <a:pt x="1025085" y="995188"/>
                      <a:pt x="1022545" y="1001538"/>
                    </a:cubicBezTo>
                    <a:cubicBezTo>
                      <a:pt x="1021275" y="1007888"/>
                      <a:pt x="1014925" y="1015508"/>
                      <a:pt x="1006035" y="1018048"/>
                    </a:cubicBezTo>
                    <a:cubicBezTo>
                      <a:pt x="988255" y="1021858"/>
                      <a:pt x="952695" y="1007888"/>
                      <a:pt x="917135" y="991378"/>
                    </a:cubicBezTo>
                    <a:cubicBezTo>
                      <a:pt x="852365" y="962168"/>
                      <a:pt x="757115" y="896128"/>
                      <a:pt x="668215" y="827548"/>
                    </a:cubicBezTo>
                    <a:cubicBezTo>
                      <a:pt x="551375" y="739918"/>
                      <a:pt x="373575" y="586248"/>
                      <a:pt x="284675" y="493538"/>
                    </a:cubicBezTo>
                    <a:cubicBezTo>
                      <a:pt x="228795" y="436388"/>
                      <a:pt x="197045" y="399558"/>
                      <a:pt x="162755" y="343678"/>
                    </a:cubicBezTo>
                    <a:cubicBezTo>
                      <a:pt x="125925" y="285258"/>
                      <a:pt x="100525" y="202708"/>
                      <a:pt x="70045" y="146828"/>
                    </a:cubicBezTo>
                    <a:cubicBezTo>
                      <a:pt x="47185" y="102378"/>
                      <a:pt x="2735" y="59198"/>
                      <a:pt x="195" y="32528"/>
                    </a:cubicBezTo>
                    <a:cubicBezTo>
                      <a:pt x="-1075" y="19828"/>
                      <a:pt x="4005" y="4588"/>
                      <a:pt x="11625" y="778"/>
                    </a:cubicBezTo>
                    <a:cubicBezTo>
                      <a:pt x="19245" y="-3032"/>
                      <a:pt x="44645" y="8398"/>
                      <a:pt x="44645" y="8398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2489761" y="5101737"/>
              <a:ext cx="943693" cy="922641"/>
              <a:chOff x="0" y="0"/>
              <a:chExt cx="1309370" cy="12801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50637" y="50087"/>
                <a:ext cx="1208568" cy="1179369"/>
              </a:xfrm>
              <a:custGeom>
                <a:avLst/>
                <a:gdLst/>
                <a:ahLst/>
                <a:cxnLst/>
                <a:rect r="r" b="b" t="t" l="l"/>
                <a:pathLst>
                  <a:path h="1179369" w="1208568">
                    <a:moveTo>
                      <a:pt x="44613" y="9603"/>
                    </a:moveTo>
                    <a:cubicBezTo>
                      <a:pt x="193203" y="259793"/>
                      <a:pt x="285913" y="396953"/>
                      <a:pt x="367193" y="498553"/>
                    </a:cubicBezTo>
                    <a:cubicBezTo>
                      <a:pt x="444663" y="593803"/>
                      <a:pt x="518323" y="680163"/>
                      <a:pt x="611033" y="762713"/>
                    </a:cubicBezTo>
                    <a:cubicBezTo>
                      <a:pt x="712633" y="854153"/>
                      <a:pt x="851063" y="949403"/>
                      <a:pt x="959013" y="1015443"/>
                    </a:cubicBezTo>
                    <a:cubicBezTo>
                      <a:pt x="1045373" y="1068783"/>
                      <a:pt x="1185073" y="1110693"/>
                      <a:pt x="1204123" y="1139903"/>
                    </a:cubicBezTo>
                    <a:cubicBezTo>
                      <a:pt x="1210473" y="1148793"/>
                      <a:pt x="1209203" y="1157683"/>
                      <a:pt x="1205393" y="1164033"/>
                    </a:cubicBezTo>
                    <a:cubicBezTo>
                      <a:pt x="1201583" y="1171653"/>
                      <a:pt x="1186343" y="1180543"/>
                      <a:pt x="1178723" y="1178003"/>
                    </a:cubicBezTo>
                    <a:cubicBezTo>
                      <a:pt x="1169833" y="1176733"/>
                      <a:pt x="1155863" y="1156413"/>
                      <a:pt x="1158403" y="1147523"/>
                    </a:cubicBezTo>
                    <a:cubicBezTo>
                      <a:pt x="1159673" y="1139903"/>
                      <a:pt x="1181263" y="1127203"/>
                      <a:pt x="1190153" y="1128473"/>
                    </a:cubicBezTo>
                    <a:cubicBezTo>
                      <a:pt x="1197773" y="1131013"/>
                      <a:pt x="1209203" y="1152603"/>
                      <a:pt x="1206663" y="1161493"/>
                    </a:cubicBezTo>
                    <a:cubicBezTo>
                      <a:pt x="1205393" y="1169113"/>
                      <a:pt x="1193963" y="1178003"/>
                      <a:pt x="1181263" y="1179273"/>
                    </a:cubicBezTo>
                    <a:cubicBezTo>
                      <a:pt x="1146973" y="1181813"/>
                      <a:pt x="1061883" y="1133553"/>
                      <a:pt x="985683" y="1090373"/>
                    </a:cubicBezTo>
                    <a:cubicBezTo>
                      <a:pt x="868843" y="1021793"/>
                      <a:pt x="673263" y="883363"/>
                      <a:pt x="557693" y="781763"/>
                    </a:cubicBezTo>
                    <a:cubicBezTo>
                      <a:pt x="466253" y="700483"/>
                      <a:pt x="407833" y="628093"/>
                      <a:pt x="335443" y="537923"/>
                    </a:cubicBezTo>
                    <a:cubicBezTo>
                      <a:pt x="254163" y="437593"/>
                      <a:pt x="161453" y="296623"/>
                      <a:pt x="100493" y="202643"/>
                    </a:cubicBezTo>
                    <a:cubicBezTo>
                      <a:pt x="58583" y="137873"/>
                      <a:pt x="2703" y="66753"/>
                      <a:pt x="163" y="32463"/>
                    </a:cubicBezTo>
                    <a:cubicBezTo>
                      <a:pt x="-1107" y="18493"/>
                      <a:pt x="5243" y="4523"/>
                      <a:pt x="12863" y="713"/>
                    </a:cubicBezTo>
                    <a:cubicBezTo>
                      <a:pt x="19213" y="-3097"/>
                      <a:pt x="44613" y="9603"/>
                      <a:pt x="44613" y="9603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325003" y="5201506"/>
              <a:ext cx="1019665" cy="982137"/>
              <a:chOff x="0" y="0"/>
              <a:chExt cx="1414780" cy="136271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50132" y="49601"/>
                <a:ext cx="1313970" cy="1262309"/>
              </a:xfrm>
              <a:custGeom>
                <a:avLst/>
                <a:gdLst/>
                <a:ahLst/>
                <a:cxnLst/>
                <a:rect r="r" b="b" t="t" l="l"/>
                <a:pathLst>
                  <a:path h="1262309" w="1313970">
                    <a:moveTo>
                      <a:pt x="42578" y="8819"/>
                    </a:moveTo>
                    <a:cubicBezTo>
                      <a:pt x="455328" y="613339"/>
                      <a:pt x="497238" y="685729"/>
                      <a:pt x="574708" y="759389"/>
                    </a:cubicBezTo>
                    <a:cubicBezTo>
                      <a:pt x="658528" y="841939"/>
                      <a:pt x="767748" y="907979"/>
                      <a:pt x="874428" y="977829"/>
                    </a:cubicBezTo>
                    <a:cubicBezTo>
                      <a:pt x="991268" y="1054029"/>
                      <a:pt x="1175418" y="1163249"/>
                      <a:pt x="1247808" y="1197539"/>
                    </a:cubicBezTo>
                    <a:cubicBezTo>
                      <a:pt x="1275748" y="1211509"/>
                      <a:pt x="1298608" y="1208969"/>
                      <a:pt x="1307498" y="1220399"/>
                    </a:cubicBezTo>
                    <a:cubicBezTo>
                      <a:pt x="1313848" y="1226749"/>
                      <a:pt x="1315118" y="1236909"/>
                      <a:pt x="1312578" y="1243259"/>
                    </a:cubicBezTo>
                    <a:cubicBezTo>
                      <a:pt x="1310038" y="1250879"/>
                      <a:pt x="1296068" y="1262309"/>
                      <a:pt x="1288448" y="1262309"/>
                    </a:cubicBezTo>
                    <a:cubicBezTo>
                      <a:pt x="1279558" y="1261039"/>
                      <a:pt x="1264318" y="1243259"/>
                      <a:pt x="1263048" y="1234369"/>
                    </a:cubicBezTo>
                    <a:cubicBezTo>
                      <a:pt x="1261778" y="1228019"/>
                      <a:pt x="1269398" y="1217859"/>
                      <a:pt x="1275748" y="1214049"/>
                    </a:cubicBezTo>
                    <a:cubicBezTo>
                      <a:pt x="1282098" y="1211509"/>
                      <a:pt x="1293528" y="1210239"/>
                      <a:pt x="1299878" y="1214049"/>
                    </a:cubicBezTo>
                    <a:cubicBezTo>
                      <a:pt x="1306228" y="1217859"/>
                      <a:pt x="1315118" y="1233099"/>
                      <a:pt x="1313848" y="1240719"/>
                    </a:cubicBezTo>
                    <a:cubicBezTo>
                      <a:pt x="1312578" y="1248339"/>
                      <a:pt x="1302418" y="1259769"/>
                      <a:pt x="1290988" y="1261039"/>
                    </a:cubicBezTo>
                    <a:cubicBezTo>
                      <a:pt x="1268128" y="1266119"/>
                      <a:pt x="1226218" y="1239449"/>
                      <a:pt x="1179228" y="1216589"/>
                    </a:cubicBezTo>
                    <a:cubicBezTo>
                      <a:pt x="1090328" y="1172139"/>
                      <a:pt x="915068" y="1065459"/>
                      <a:pt x="805848" y="993069"/>
                    </a:cubicBezTo>
                    <a:cubicBezTo>
                      <a:pt x="713138" y="932109"/>
                      <a:pt x="634398" y="887659"/>
                      <a:pt x="559468" y="815269"/>
                    </a:cubicBezTo>
                    <a:cubicBezTo>
                      <a:pt x="479458" y="739069"/>
                      <a:pt x="421038" y="651439"/>
                      <a:pt x="342298" y="544759"/>
                    </a:cubicBezTo>
                    <a:cubicBezTo>
                      <a:pt x="239428" y="403789"/>
                      <a:pt x="14638" y="110419"/>
                      <a:pt x="668" y="38029"/>
                    </a:cubicBezTo>
                    <a:cubicBezTo>
                      <a:pt x="-1872" y="18979"/>
                      <a:pt x="3208" y="5009"/>
                      <a:pt x="9558" y="1199"/>
                    </a:cubicBezTo>
                    <a:cubicBezTo>
                      <a:pt x="17178" y="-3881"/>
                      <a:pt x="42578" y="8819"/>
                      <a:pt x="42578" y="8819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2114480" y="5300361"/>
              <a:ext cx="1112112" cy="1080991"/>
              <a:chOff x="0" y="0"/>
              <a:chExt cx="1543050" cy="149987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50004" y="49428"/>
                <a:ext cx="1442704" cy="1399116"/>
              </a:xfrm>
              <a:custGeom>
                <a:avLst/>
                <a:gdLst/>
                <a:ahLst/>
                <a:cxnLst/>
                <a:rect r="r" b="b" t="t" l="l"/>
                <a:pathLst>
                  <a:path h="1399116" w="1442704">
                    <a:moveTo>
                      <a:pt x="37626" y="1372"/>
                    </a:moveTo>
                    <a:cubicBezTo>
                      <a:pt x="149386" y="143612"/>
                      <a:pt x="190026" y="256642"/>
                      <a:pt x="224316" y="316332"/>
                    </a:cubicBezTo>
                    <a:cubicBezTo>
                      <a:pt x="248446" y="359512"/>
                      <a:pt x="266226" y="384912"/>
                      <a:pt x="291626" y="420472"/>
                    </a:cubicBezTo>
                    <a:cubicBezTo>
                      <a:pt x="318296" y="459842"/>
                      <a:pt x="343696" y="494132"/>
                      <a:pt x="384336" y="541122"/>
                    </a:cubicBezTo>
                    <a:cubicBezTo>
                      <a:pt x="449106" y="617322"/>
                      <a:pt x="550706" y="731622"/>
                      <a:pt x="653576" y="826872"/>
                    </a:cubicBezTo>
                    <a:cubicBezTo>
                      <a:pt x="771686" y="933552"/>
                      <a:pt x="921546" y="1055472"/>
                      <a:pt x="1057436" y="1145642"/>
                    </a:cubicBezTo>
                    <a:cubicBezTo>
                      <a:pt x="1181896" y="1228192"/>
                      <a:pt x="1400336" y="1310742"/>
                      <a:pt x="1433356" y="1355192"/>
                    </a:cubicBezTo>
                    <a:cubicBezTo>
                      <a:pt x="1442246" y="1366622"/>
                      <a:pt x="1444786" y="1378052"/>
                      <a:pt x="1440976" y="1384402"/>
                    </a:cubicBezTo>
                    <a:cubicBezTo>
                      <a:pt x="1437166" y="1392022"/>
                      <a:pt x="1413036" y="1400912"/>
                      <a:pt x="1406686" y="1397102"/>
                    </a:cubicBezTo>
                    <a:cubicBezTo>
                      <a:pt x="1399066" y="1393292"/>
                      <a:pt x="1392716" y="1370432"/>
                      <a:pt x="1395256" y="1361542"/>
                    </a:cubicBezTo>
                    <a:cubicBezTo>
                      <a:pt x="1397796" y="1355192"/>
                      <a:pt x="1409226" y="1350112"/>
                      <a:pt x="1415576" y="1348842"/>
                    </a:cubicBezTo>
                    <a:cubicBezTo>
                      <a:pt x="1423196" y="1348842"/>
                      <a:pt x="1433356" y="1353922"/>
                      <a:pt x="1437166" y="1359002"/>
                    </a:cubicBezTo>
                    <a:cubicBezTo>
                      <a:pt x="1442246" y="1364082"/>
                      <a:pt x="1443516" y="1375512"/>
                      <a:pt x="1442246" y="1381862"/>
                    </a:cubicBezTo>
                    <a:cubicBezTo>
                      <a:pt x="1439706" y="1389482"/>
                      <a:pt x="1433356" y="1397102"/>
                      <a:pt x="1424466" y="1398372"/>
                    </a:cubicBezTo>
                    <a:cubicBezTo>
                      <a:pt x="1410496" y="1402182"/>
                      <a:pt x="1390176" y="1390752"/>
                      <a:pt x="1360966" y="1378052"/>
                    </a:cubicBezTo>
                    <a:cubicBezTo>
                      <a:pt x="1291116" y="1346302"/>
                      <a:pt x="1133636" y="1257402"/>
                      <a:pt x="1020606" y="1181202"/>
                    </a:cubicBezTo>
                    <a:cubicBezTo>
                      <a:pt x="896146" y="1097382"/>
                      <a:pt x="761526" y="991972"/>
                      <a:pt x="647226" y="889102"/>
                    </a:cubicBezTo>
                    <a:cubicBezTo>
                      <a:pt x="539276" y="791312"/>
                      <a:pt x="430056" y="673202"/>
                      <a:pt x="350046" y="579222"/>
                    </a:cubicBezTo>
                    <a:cubicBezTo>
                      <a:pt x="290356" y="509372"/>
                      <a:pt x="248446" y="457302"/>
                      <a:pt x="203996" y="384912"/>
                    </a:cubicBezTo>
                    <a:cubicBezTo>
                      <a:pt x="155736" y="307442"/>
                      <a:pt x="116366" y="188062"/>
                      <a:pt x="75726" y="125832"/>
                    </a:cubicBezTo>
                    <a:cubicBezTo>
                      <a:pt x="50326" y="85192"/>
                      <a:pt x="7146" y="58522"/>
                      <a:pt x="796" y="34392"/>
                    </a:cubicBezTo>
                    <a:cubicBezTo>
                      <a:pt x="-1744" y="21692"/>
                      <a:pt x="2066" y="7722"/>
                      <a:pt x="8416" y="2642"/>
                    </a:cubicBezTo>
                    <a:cubicBezTo>
                      <a:pt x="14766" y="-2438"/>
                      <a:pt x="37626" y="1372"/>
                      <a:pt x="37626" y="1372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913110" y="5422098"/>
              <a:ext cx="1220120" cy="1213712"/>
              <a:chOff x="0" y="0"/>
              <a:chExt cx="1692910" cy="168402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50660" y="50464"/>
                <a:ext cx="1591922" cy="1583152"/>
              </a:xfrm>
              <a:custGeom>
                <a:avLst/>
                <a:gdLst/>
                <a:ahLst/>
                <a:cxnLst/>
                <a:rect r="r" b="b" t="t" l="l"/>
                <a:pathLst>
                  <a:path h="1583152" w="1591922">
                    <a:moveTo>
                      <a:pt x="45860" y="10496"/>
                    </a:moveTo>
                    <a:cubicBezTo>
                      <a:pt x="155080" y="179406"/>
                      <a:pt x="207150" y="303866"/>
                      <a:pt x="247790" y="369906"/>
                    </a:cubicBezTo>
                    <a:cubicBezTo>
                      <a:pt x="275730" y="416896"/>
                      <a:pt x="288430" y="433406"/>
                      <a:pt x="326530" y="482936"/>
                    </a:cubicBezTo>
                    <a:cubicBezTo>
                      <a:pt x="409080" y="588346"/>
                      <a:pt x="607200" y="830916"/>
                      <a:pt x="734200" y="957916"/>
                    </a:cubicBezTo>
                    <a:cubicBezTo>
                      <a:pt x="831990" y="1055706"/>
                      <a:pt x="912000" y="1116666"/>
                      <a:pt x="1012330" y="1195406"/>
                    </a:cubicBezTo>
                    <a:cubicBezTo>
                      <a:pt x="1125360" y="1281766"/>
                      <a:pt x="1273950" y="1392256"/>
                      <a:pt x="1381900" y="1453216"/>
                    </a:cubicBezTo>
                    <a:cubicBezTo>
                      <a:pt x="1458100" y="1496396"/>
                      <a:pt x="1572400" y="1515446"/>
                      <a:pt x="1588910" y="1543386"/>
                    </a:cubicBezTo>
                    <a:cubicBezTo>
                      <a:pt x="1595260" y="1553546"/>
                      <a:pt x="1590180" y="1567516"/>
                      <a:pt x="1586370" y="1573866"/>
                    </a:cubicBezTo>
                    <a:cubicBezTo>
                      <a:pt x="1581290" y="1580216"/>
                      <a:pt x="1569860" y="1584026"/>
                      <a:pt x="1563510" y="1581486"/>
                    </a:cubicBezTo>
                    <a:cubicBezTo>
                      <a:pt x="1554620" y="1578946"/>
                      <a:pt x="1540650" y="1559896"/>
                      <a:pt x="1541920" y="1552276"/>
                    </a:cubicBezTo>
                    <a:cubicBezTo>
                      <a:pt x="1544460" y="1543386"/>
                      <a:pt x="1564780" y="1530686"/>
                      <a:pt x="1573670" y="1531956"/>
                    </a:cubicBezTo>
                    <a:cubicBezTo>
                      <a:pt x="1581290" y="1534496"/>
                      <a:pt x="1592720" y="1556086"/>
                      <a:pt x="1591450" y="1564976"/>
                    </a:cubicBezTo>
                    <a:cubicBezTo>
                      <a:pt x="1588910" y="1572596"/>
                      <a:pt x="1577480" y="1580216"/>
                      <a:pt x="1566050" y="1582756"/>
                    </a:cubicBezTo>
                    <a:cubicBezTo>
                      <a:pt x="1549540" y="1585296"/>
                      <a:pt x="1524140" y="1575136"/>
                      <a:pt x="1498740" y="1566246"/>
                    </a:cubicBezTo>
                    <a:cubicBezTo>
                      <a:pt x="1460640" y="1552276"/>
                      <a:pt x="1417460" y="1533226"/>
                      <a:pt x="1362850" y="1500206"/>
                    </a:cubicBezTo>
                    <a:cubicBezTo>
                      <a:pt x="1266330" y="1444326"/>
                      <a:pt x="1094880" y="1322406"/>
                      <a:pt x="979310" y="1232236"/>
                    </a:cubicBezTo>
                    <a:cubicBezTo>
                      <a:pt x="876440" y="1153496"/>
                      <a:pt x="782460" y="1079836"/>
                      <a:pt x="699910" y="994746"/>
                    </a:cubicBezTo>
                    <a:cubicBezTo>
                      <a:pt x="621170" y="914736"/>
                      <a:pt x="558940" y="813136"/>
                      <a:pt x="492900" y="738206"/>
                    </a:cubicBezTo>
                    <a:cubicBezTo>
                      <a:pt x="439560" y="677246"/>
                      <a:pt x="387490" y="634066"/>
                      <a:pt x="339230" y="578186"/>
                    </a:cubicBezTo>
                    <a:cubicBezTo>
                      <a:pt x="290970" y="521036"/>
                      <a:pt x="245250" y="463886"/>
                      <a:pt x="203340" y="395306"/>
                    </a:cubicBezTo>
                    <a:cubicBezTo>
                      <a:pt x="156350" y="320376"/>
                      <a:pt x="114440" y="211156"/>
                      <a:pt x="76340" y="145116"/>
                    </a:cubicBezTo>
                    <a:cubicBezTo>
                      <a:pt x="49670" y="98126"/>
                      <a:pt x="2680" y="58756"/>
                      <a:pt x="140" y="32086"/>
                    </a:cubicBezTo>
                    <a:cubicBezTo>
                      <a:pt x="-1130" y="18116"/>
                      <a:pt x="6490" y="4146"/>
                      <a:pt x="14110" y="336"/>
                    </a:cubicBezTo>
                    <a:cubicBezTo>
                      <a:pt x="21730" y="-2204"/>
                      <a:pt x="45860" y="10496"/>
                      <a:pt x="45860" y="10496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676043" y="5527360"/>
              <a:ext cx="1350095" cy="1318059"/>
              <a:chOff x="0" y="0"/>
              <a:chExt cx="1873250" cy="1828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50637" y="50188"/>
                <a:ext cx="1772599" cy="1728055"/>
              </a:xfrm>
              <a:custGeom>
                <a:avLst/>
                <a:gdLst/>
                <a:ahLst/>
                <a:cxnLst/>
                <a:rect r="r" b="b" t="t" l="l"/>
                <a:pathLst>
                  <a:path h="1728055" w="1772599">
                    <a:moveTo>
                      <a:pt x="44613" y="12042"/>
                    </a:moveTo>
                    <a:cubicBezTo>
                      <a:pt x="141133" y="203812"/>
                      <a:pt x="194473" y="297792"/>
                      <a:pt x="271943" y="404472"/>
                    </a:cubicBezTo>
                    <a:cubicBezTo>
                      <a:pt x="396403" y="574652"/>
                      <a:pt x="605953" y="841352"/>
                      <a:pt x="801533" y="1029312"/>
                    </a:cubicBezTo>
                    <a:cubicBezTo>
                      <a:pt x="994573" y="1214732"/>
                      <a:pt x="1284133" y="1425552"/>
                      <a:pt x="1433993" y="1525882"/>
                    </a:cubicBezTo>
                    <a:cubicBezTo>
                      <a:pt x="1511463" y="1577952"/>
                      <a:pt x="1557183" y="1600812"/>
                      <a:pt x="1616873" y="1628752"/>
                    </a:cubicBezTo>
                    <a:cubicBezTo>
                      <a:pt x="1668943" y="1654152"/>
                      <a:pt x="1755303" y="1666852"/>
                      <a:pt x="1769273" y="1688442"/>
                    </a:cubicBezTo>
                    <a:cubicBezTo>
                      <a:pt x="1775623" y="1698602"/>
                      <a:pt x="1771813" y="1712572"/>
                      <a:pt x="1766733" y="1718922"/>
                    </a:cubicBezTo>
                    <a:cubicBezTo>
                      <a:pt x="1761653" y="1725272"/>
                      <a:pt x="1751493" y="1729082"/>
                      <a:pt x="1743873" y="1727812"/>
                    </a:cubicBezTo>
                    <a:cubicBezTo>
                      <a:pt x="1737523" y="1726542"/>
                      <a:pt x="1727363" y="1720192"/>
                      <a:pt x="1724823" y="1713842"/>
                    </a:cubicBezTo>
                    <a:cubicBezTo>
                      <a:pt x="1722283" y="1707492"/>
                      <a:pt x="1721013" y="1694792"/>
                      <a:pt x="1726093" y="1689712"/>
                    </a:cubicBezTo>
                    <a:cubicBezTo>
                      <a:pt x="1731173" y="1683362"/>
                      <a:pt x="1754033" y="1677012"/>
                      <a:pt x="1761653" y="1680822"/>
                    </a:cubicBezTo>
                    <a:cubicBezTo>
                      <a:pt x="1768003" y="1684632"/>
                      <a:pt x="1774353" y="1702412"/>
                      <a:pt x="1771813" y="1710032"/>
                    </a:cubicBezTo>
                    <a:cubicBezTo>
                      <a:pt x="1769273" y="1717652"/>
                      <a:pt x="1759113" y="1726542"/>
                      <a:pt x="1746413" y="1727812"/>
                    </a:cubicBezTo>
                    <a:cubicBezTo>
                      <a:pt x="1714663" y="1731622"/>
                      <a:pt x="1621953" y="1685902"/>
                      <a:pt x="1568613" y="1661772"/>
                    </a:cubicBezTo>
                    <a:cubicBezTo>
                      <a:pt x="1522893" y="1640182"/>
                      <a:pt x="1488603" y="1618592"/>
                      <a:pt x="1445423" y="1590652"/>
                    </a:cubicBezTo>
                    <a:cubicBezTo>
                      <a:pt x="1393353" y="1558902"/>
                      <a:pt x="1342553" y="1524612"/>
                      <a:pt x="1281593" y="1476352"/>
                    </a:cubicBezTo>
                    <a:cubicBezTo>
                      <a:pt x="1197773" y="1411582"/>
                      <a:pt x="1083473" y="1298552"/>
                      <a:pt x="994573" y="1228702"/>
                    </a:cubicBezTo>
                    <a:cubicBezTo>
                      <a:pt x="922183" y="1172822"/>
                      <a:pt x="863763" y="1153772"/>
                      <a:pt x="791373" y="1087732"/>
                    </a:cubicBezTo>
                    <a:cubicBezTo>
                      <a:pt x="680883" y="988672"/>
                      <a:pt x="496733" y="760072"/>
                      <a:pt x="423073" y="663552"/>
                    </a:cubicBezTo>
                    <a:cubicBezTo>
                      <a:pt x="387513" y="616562"/>
                      <a:pt x="379893" y="591162"/>
                      <a:pt x="350683" y="555602"/>
                    </a:cubicBezTo>
                    <a:cubicBezTo>
                      <a:pt x="316393" y="513692"/>
                      <a:pt x="269403" y="481942"/>
                      <a:pt x="227493" y="428602"/>
                    </a:cubicBezTo>
                    <a:cubicBezTo>
                      <a:pt x="171613" y="357482"/>
                      <a:pt x="99223" y="230482"/>
                      <a:pt x="58583" y="156822"/>
                    </a:cubicBezTo>
                    <a:cubicBezTo>
                      <a:pt x="33183" y="109832"/>
                      <a:pt x="2703" y="65382"/>
                      <a:pt x="163" y="37442"/>
                    </a:cubicBezTo>
                    <a:cubicBezTo>
                      <a:pt x="-1107" y="22202"/>
                      <a:pt x="5243" y="4422"/>
                      <a:pt x="12863" y="612"/>
                    </a:cubicBezTo>
                    <a:cubicBezTo>
                      <a:pt x="20483" y="-3198"/>
                      <a:pt x="44613" y="12042"/>
                      <a:pt x="44613" y="12042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437145" y="5566718"/>
              <a:ext cx="1489223" cy="1456272"/>
              <a:chOff x="0" y="0"/>
              <a:chExt cx="2066290" cy="20205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46625" y="50482"/>
                <a:ext cx="1968865" cy="1918092"/>
              </a:xfrm>
              <a:custGeom>
                <a:avLst/>
                <a:gdLst/>
                <a:ahLst/>
                <a:cxnLst/>
                <a:rect r="r" b="b" t="t" l="l"/>
                <a:pathLst>
                  <a:path h="1918092" w="1968865">
                    <a:moveTo>
                      <a:pt x="47355" y="19368"/>
                    </a:moveTo>
                    <a:cubicBezTo>
                      <a:pt x="190865" y="283528"/>
                      <a:pt x="211185" y="307658"/>
                      <a:pt x="258175" y="372428"/>
                    </a:cubicBezTo>
                    <a:cubicBezTo>
                      <a:pt x="366125" y="524828"/>
                      <a:pt x="683625" y="964248"/>
                      <a:pt x="806815" y="1116648"/>
                    </a:cubicBezTo>
                    <a:cubicBezTo>
                      <a:pt x="863965" y="1187768"/>
                      <a:pt x="872855" y="1209358"/>
                      <a:pt x="940165" y="1267778"/>
                    </a:cubicBezTo>
                    <a:cubicBezTo>
                      <a:pt x="1073515" y="1384618"/>
                      <a:pt x="1426575" y="1599248"/>
                      <a:pt x="1618345" y="1709738"/>
                    </a:cubicBezTo>
                    <a:cubicBezTo>
                      <a:pt x="1751695" y="1785938"/>
                      <a:pt x="1957435" y="1848168"/>
                      <a:pt x="1967595" y="1887538"/>
                    </a:cubicBezTo>
                    <a:cubicBezTo>
                      <a:pt x="1971405" y="1898968"/>
                      <a:pt x="1954895" y="1916748"/>
                      <a:pt x="1947275" y="1918018"/>
                    </a:cubicBezTo>
                    <a:cubicBezTo>
                      <a:pt x="1938385" y="1919288"/>
                      <a:pt x="1920605" y="1904048"/>
                      <a:pt x="1918065" y="1895158"/>
                    </a:cubicBezTo>
                    <a:cubicBezTo>
                      <a:pt x="1915525" y="1888808"/>
                      <a:pt x="1920605" y="1878648"/>
                      <a:pt x="1926955" y="1873568"/>
                    </a:cubicBezTo>
                    <a:cubicBezTo>
                      <a:pt x="1932035" y="1868488"/>
                      <a:pt x="1943465" y="1865948"/>
                      <a:pt x="1949815" y="1868488"/>
                    </a:cubicBezTo>
                    <a:cubicBezTo>
                      <a:pt x="1957435" y="1871028"/>
                      <a:pt x="1967595" y="1884998"/>
                      <a:pt x="1968865" y="1892618"/>
                    </a:cubicBezTo>
                    <a:cubicBezTo>
                      <a:pt x="1968865" y="1900238"/>
                      <a:pt x="1965055" y="1910398"/>
                      <a:pt x="1957435" y="1914208"/>
                    </a:cubicBezTo>
                    <a:cubicBezTo>
                      <a:pt x="1944735" y="1920558"/>
                      <a:pt x="1916795" y="1912938"/>
                      <a:pt x="1888855" y="1904048"/>
                    </a:cubicBezTo>
                    <a:cubicBezTo>
                      <a:pt x="1838055" y="1888808"/>
                      <a:pt x="1774555" y="1855788"/>
                      <a:pt x="1686925" y="1807528"/>
                    </a:cubicBezTo>
                    <a:cubicBezTo>
                      <a:pt x="1511665" y="1711008"/>
                      <a:pt x="1086215" y="1465898"/>
                      <a:pt x="918575" y="1319848"/>
                    </a:cubicBezTo>
                    <a:cubicBezTo>
                      <a:pt x="820785" y="1233488"/>
                      <a:pt x="799195" y="1185228"/>
                      <a:pt x="716645" y="1078548"/>
                    </a:cubicBezTo>
                    <a:cubicBezTo>
                      <a:pt x="566785" y="886778"/>
                      <a:pt x="227695" y="430848"/>
                      <a:pt x="112125" y="249238"/>
                    </a:cubicBezTo>
                    <a:cubicBezTo>
                      <a:pt x="58785" y="165418"/>
                      <a:pt x="18145" y="103188"/>
                      <a:pt x="5445" y="58738"/>
                    </a:cubicBezTo>
                    <a:cubicBezTo>
                      <a:pt x="-905" y="37148"/>
                      <a:pt x="-2175" y="18098"/>
                      <a:pt x="4175" y="7938"/>
                    </a:cubicBezTo>
                    <a:cubicBezTo>
                      <a:pt x="7985" y="1588"/>
                      <a:pt x="19415" y="-952"/>
                      <a:pt x="25765" y="318"/>
                    </a:cubicBezTo>
                    <a:cubicBezTo>
                      <a:pt x="33385" y="1588"/>
                      <a:pt x="47355" y="19368"/>
                      <a:pt x="47355" y="19368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05569" y="5694863"/>
              <a:ext cx="1621029" cy="1593569"/>
              <a:chOff x="0" y="0"/>
              <a:chExt cx="2249170" cy="22110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50790" y="50552"/>
                <a:ext cx="2149295" cy="2111109"/>
              </a:xfrm>
              <a:custGeom>
                <a:avLst/>
                <a:gdLst/>
                <a:ahLst/>
                <a:cxnLst/>
                <a:rect r="r" b="b" t="t" l="l"/>
                <a:pathLst>
                  <a:path h="2111109" w="2149295">
                    <a:moveTo>
                      <a:pt x="48270" y="15488"/>
                    </a:moveTo>
                    <a:cubicBezTo>
                      <a:pt x="313700" y="565398"/>
                      <a:pt x="406410" y="664458"/>
                      <a:pt x="513090" y="787648"/>
                    </a:cubicBezTo>
                    <a:cubicBezTo>
                      <a:pt x="642630" y="937508"/>
                      <a:pt x="788680" y="1103878"/>
                      <a:pt x="969020" y="1266438"/>
                    </a:cubicBezTo>
                    <a:cubicBezTo>
                      <a:pt x="1191270" y="1465828"/>
                      <a:pt x="1582430" y="1754118"/>
                      <a:pt x="1761500" y="1878578"/>
                    </a:cubicBezTo>
                    <a:cubicBezTo>
                      <a:pt x="1849130" y="1938268"/>
                      <a:pt x="1897390" y="1970018"/>
                      <a:pt x="1964700" y="2001768"/>
                    </a:cubicBezTo>
                    <a:cubicBezTo>
                      <a:pt x="2023120" y="2029708"/>
                      <a:pt x="2118370" y="2041138"/>
                      <a:pt x="2139960" y="2065268"/>
                    </a:cubicBezTo>
                    <a:cubicBezTo>
                      <a:pt x="2148850" y="2074158"/>
                      <a:pt x="2151390" y="2086858"/>
                      <a:pt x="2147580" y="2094478"/>
                    </a:cubicBezTo>
                    <a:cubicBezTo>
                      <a:pt x="2143770" y="2102098"/>
                      <a:pt x="2120910" y="2109718"/>
                      <a:pt x="2113290" y="2107178"/>
                    </a:cubicBezTo>
                    <a:cubicBezTo>
                      <a:pt x="2106940" y="2105908"/>
                      <a:pt x="2100590" y="2095748"/>
                      <a:pt x="2099320" y="2088128"/>
                    </a:cubicBezTo>
                    <a:cubicBezTo>
                      <a:pt x="2098050" y="2081778"/>
                      <a:pt x="2101860" y="2070348"/>
                      <a:pt x="2106940" y="2066538"/>
                    </a:cubicBezTo>
                    <a:cubicBezTo>
                      <a:pt x="2112020" y="2061458"/>
                      <a:pt x="2123450" y="2058918"/>
                      <a:pt x="2129800" y="2060188"/>
                    </a:cubicBezTo>
                    <a:cubicBezTo>
                      <a:pt x="2137420" y="2061458"/>
                      <a:pt x="2146310" y="2069078"/>
                      <a:pt x="2147580" y="2075428"/>
                    </a:cubicBezTo>
                    <a:cubicBezTo>
                      <a:pt x="2150120" y="2084318"/>
                      <a:pt x="2142500" y="2103368"/>
                      <a:pt x="2132340" y="2108448"/>
                    </a:cubicBezTo>
                    <a:cubicBezTo>
                      <a:pt x="2118370" y="2116068"/>
                      <a:pt x="2092970" y="2105908"/>
                      <a:pt x="2063760" y="2095748"/>
                    </a:cubicBezTo>
                    <a:cubicBezTo>
                      <a:pt x="2007880" y="2077968"/>
                      <a:pt x="1912630" y="2033518"/>
                      <a:pt x="1822460" y="1980178"/>
                    </a:cubicBezTo>
                    <a:cubicBezTo>
                      <a:pt x="1696730" y="1905248"/>
                      <a:pt x="1522740" y="1768088"/>
                      <a:pt x="1391930" y="1666488"/>
                    </a:cubicBezTo>
                    <a:cubicBezTo>
                      <a:pt x="1277630" y="1576318"/>
                      <a:pt x="1164600" y="1469638"/>
                      <a:pt x="1078240" y="1404868"/>
                    </a:cubicBezTo>
                    <a:cubicBezTo>
                      <a:pt x="1022360" y="1360418"/>
                      <a:pt x="991880" y="1352798"/>
                      <a:pt x="933460" y="1301998"/>
                    </a:cubicBezTo>
                    <a:cubicBezTo>
                      <a:pt x="820430" y="1204208"/>
                      <a:pt x="609610" y="976878"/>
                      <a:pt x="478800" y="825748"/>
                    </a:cubicBezTo>
                    <a:cubicBezTo>
                      <a:pt x="369580" y="700018"/>
                      <a:pt x="273060" y="595878"/>
                      <a:pt x="193050" y="465068"/>
                    </a:cubicBezTo>
                    <a:cubicBezTo>
                      <a:pt x="113040" y="331718"/>
                      <a:pt x="-1260" y="95498"/>
                      <a:pt x="10" y="33268"/>
                    </a:cubicBezTo>
                    <a:cubicBezTo>
                      <a:pt x="1280" y="15488"/>
                      <a:pt x="10170" y="2788"/>
                      <a:pt x="19060" y="248"/>
                    </a:cubicBezTo>
                    <a:cubicBezTo>
                      <a:pt x="26680" y="-2292"/>
                      <a:pt x="48270" y="15488"/>
                      <a:pt x="48270" y="15488"/>
                    </a:cubicBezTo>
                  </a:path>
                </a:pathLst>
              </a:custGeom>
              <a:solidFill>
                <a:srgbClr val="8ACE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Freeform 40" id="40"/>
            <p:cNvSpPr/>
            <p:nvPr/>
          </p:nvSpPr>
          <p:spPr>
            <a:xfrm flipH="false" flipV="false" rot="-3023262">
              <a:off x="2667841" y="5860709"/>
              <a:ext cx="1378954" cy="675687"/>
            </a:xfrm>
            <a:custGeom>
              <a:avLst/>
              <a:gdLst/>
              <a:ahLst/>
              <a:cxnLst/>
              <a:rect r="r" b="b" t="t" l="l"/>
              <a:pathLst>
                <a:path h="675687" w="1378954">
                  <a:moveTo>
                    <a:pt x="0" y="0"/>
                  </a:moveTo>
                  <a:lnTo>
                    <a:pt x="1378954" y="0"/>
                  </a:lnTo>
                  <a:lnTo>
                    <a:pt x="1378954" y="675687"/>
                  </a:lnTo>
                  <a:lnTo>
                    <a:pt x="0" y="67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-3711630">
            <a:off x="1897198" y="6465553"/>
            <a:ext cx="2882897" cy="3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b="true" sz="1558" spc="93">
                <a:solidFill>
                  <a:srgbClr val="38B6FF"/>
                </a:solidFill>
                <a:latin typeface="Inter Bold"/>
                <a:ea typeface="Inter Bold"/>
                <a:cs typeface="Inter Bold"/>
                <a:sym typeface="Inter Bold"/>
              </a:rPr>
              <a:t>Workspace achieved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40369" y="7318644"/>
            <a:ext cx="2896153" cy="30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0"/>
              </a:lnSpc>
            </a:pPr>
            <a:r>
              <a:rPr lang="en-US" sz="1464" spc="87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out of bounds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9969089" y="3628058"/>
            <a:ext cx="6976606" cy="4264429"/>
          </a:xfrm>
          <a:custGeom>
            <a:avLst/>
            <a:gdLst/>
            <a:ahLst/>
            <a:cxnLst/>
            <a:rect r="r" b="b" t="t" l="l"/>
            <a:pathLst>
              <a:path h="4264429" w="6976606">
                <a:moveTo>
                  <a:pt x="0" y="0"/>
                </a:moveTo>
                <a:lnTo>
                  <a:pt x="6976606" y="0"/>
                </a:lnTo>
                <a:lnTo>
                  <a:pt x="6976606" y="4264429"/>
                </a:lnTo>
                <a:lnTo>
                  <a:pt x="0" y="426442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969089" y="2468674"/>
            <a:ext cx="6464923" cy="83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5"/>
              </a:lnSpc>
            </a:pPr>
            <a:r>
              <a:rPr lang="en-US" sz="1899" spc="113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Had successfully designed the concept of the mechanism and got it approved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30024" y="5482645"/>
            <a:ext cx="4057178" cy="3392815"/>
          </a:xfrm>
          <a:custGeom>
            <a:avLst/>
            <a:gdLst/>
            <a:ahLst/>
            <a:cxnLst/>
            <a:rect r="r" b="b" t="t" l="l"/>
            <a:pathLst>
              <a:path h="3392815" w="4057178">
                <a:moveTo>
                  <a:pt x="0" y="0"/>
                </a:moveTo>
                <a:lnTo>
                  <a:pt x="4057178" y="0"/>
                </a:lnTo>
                <a:lnTo>
                  <a:pt x="4057178" y="3392814"/>
                </a:lnTo>
                <a:lnTo>
                  <a:pt x="0" y="339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3286" y="1819715"/>
            <a:ext cx="4651987" cy="3198241"/>
          </a:xfrm>
          <a:custGeom>
            <a:avLst/>
            <a:gdLst/>
            <a:ahLst/>
            <a:cxnLst/>
            <a:rect r="r" b="b" t="t" l="l"/>
            <a:pathLst>
              <a:path h="3198241" w="4651987">
                <a:moveTo>
                  <a:pt x="0" y="0"/>
                </a:moveTo>
                <a:lnTo>
                  <a:pt x="4651987" y="0"/>
                </a:lnTo>
                <a:lnTo>
                  <a:pt x="4651987" y="3198241"/>
                </a:lnTo>
                <a:lnTo>
                  <a:pt x="0" y="319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78832" y="1942039"/>
            <a:ext cx="3503146" cy="3201461"/>
          </a:xfrm>
          <a:custGeom>
            <a:avLst/>
            <a:gdLst/>
            <a:ahLst/>
            <a:cxnLst/>
            <a:rect r="r" b="b" t="t" l="l"/>
            <a:pathLst>
              <a:path h="3201461" w="3503146">
                <a:moveTo>
                  <a:pt x="0" y="0"/>
                </a:moveTo>
                <a:lnTo>
                  <a:pt x="3503146" y="0"/>
                </a:lnTo>
                <a:lnTo>
                  <a:pt x="3503146" y="3201461"/>
                </a:lnTo>
                <a:lnTo>
                  <a:pt x="0" y="3201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92642" y="1436884"/>
            <a:ext cx="4735659" cy="3581072"/>
          </a:xfrm>
          <a:custGeom>
            <a:avLst/>
            <a:gdLst/>
            <a:ahLst/>
            <a:cxnLst/>
            <a:rect r="r" b="b" t="t" l="l"/>
            <a:pathLst>
              <a:path h="3581072" w="4735659">
                <a:moveTo>
                  <a:pt x="0" y="0"/>
                </a:moveTo>
                <a:lnTo>
                  <a:pt x="4735660" y="0"/>
                </a:lnTo>
                <a:lnTo>
                  <a:pt x="4735660" y="3581072"/>
                </a:lnTo>
                <a:lnTo>
                  <a:pt x="0" y="3581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61301" y="5362305"/>
            <a:ext cx="3509179" cy="3575456"/>
          </a:xfrm>
          <a:custGeom>
            <a:avLst/>
            <a:gdLst/>
            <a:ahLst/>
            <a:cxnLst/>
            <a:rect r="r" b="b" t="t" l="l"/>
            <a:pathLst>
              <a:path h="3575456" w="3509179">
                <a:moveTo>
                  <a:pt x="0" y="0"/>
                </a:moveTo>
                <a:lnTo>
                  <a:pt x="3509178" y="0"/>
                </a:lnTo>
                <a:lnTo>
                  <a:pt x="3509178" y="3575456"/>
                </a:lnTo>
                <a:lnTo>
                  <a:pt x="0" y="3575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535" t="0" r="-1187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55855" y="5572800"/>
            <a:ext cx="3333508" cy="3456424"/>
          </a:xfrm>
          <a:custGeom>
            <a:avLst/>
            <a:gdLst/>
            <a:ahLst/>
            <a:cxnLst/>
            <a:rect r="r" b="b" t="t" l="l"/>
            <a:pathLst>
              <a:path h="3456424" w="3333508">
                <a:moveTo>
                  <a:pt x="0" y="0"/>
                </a:moveTo>
                <a:lnTo>
                  <a:pt x="3333508" y="0"/>
                </a:lnTo>
                <a:lnTo>
                  <a:pt x="3333508" y="3456424"/>
                </a:lnTo>
                <a:lnTo>
                  <a:pt x="0" y="3456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30613"/>
            <a:ext cx="688182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DESIGN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59240" y="2875005"/>
            <a:ext cx="5009956" cy="4540826"/>
          </a:xfrm>
          <a:custGeom>
            <a:avLst/>
            <a:gdLst/>
            <a:ahLst/>
            <a:cxnLst/>
            <a:rect r="r" b="b" t="t" l="l"/>
            <a:pathLst>
              <a:path h="4540826" w="5009956">
                <a:moveTo>
                  <a:pt x="0" y="0"/>
                </a:moveTo>
                <a:lnTo>
                  <a:pt x="5009957" y="0"/>
                </a:lnTo>
                <a:lnTo>
                  <a:pt x="5009957" y="4540826"/>
                </a:lnTo>
                <a:lnTo>
                  <a:pt x="0" y="4540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64497" y="3084020"/>
            <a:ext cx="4050739" cy="4331811"/>
          </a:xfrm>
          <a:custGeom>
            <a:avLst/>
            <a:gdLst/>
            <a:ahLst/>
            <a:cxnLst/>
            <a:rect r="r" b="b" t="t" l="l"/>
            <a:pathLst>
              <a:path h="4331811" w="4050739">
                <a:moveTo>
                  <a:pt x="0" y="0"/>
                </a:moveTo>
                <a:lnTo>
                  <a:pt x="4050739" y="0"/>
                </a:lnTo>
                <a:lnTo>
                  <a:pt x="4050739" y="4331811"/>
                </a:lnTo>
                <a:lnTo>
                  <a:pt x="0" y="4331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06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07923" y="3084020"/>
            <a:ext cx="4887822" cy="4481209"/>
          </a:xfrm>
          <a:custGeom>
            <a:avLst/>
            <a:gdLst/>
            <a:ahLst/>
            <a:cxnLst/>
            <a:rect r="r" b="b" t="t" l="l"/>
            <a:pathLst>
              <a:path h="4481209" w="4887822">
                <a:moveTo>
                  <a:pt x="0" y="0"/>
                </a:moveTo>
                <a:lnTo>
                  <a:pt x="4887821" y="0"/>
                </a:lnTo>
                <a:lnTo>
                  <a:pt x="4887821" y="4481209"/>
                </a:lnTo>
                <a:lnTo>
                  <a:pt x="0" y="448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04657" y="530613"/>
            <a:ext cx="2754643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9.991/10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30613"/>
            <a:ext cx="92339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 COLOUR MEAN THREADED REGION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538761"/>
            <a:ext cx="18288000" cy="61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8"/>
              </a:lnSpc>
              <a:spcBef>
                <a:spcPct val="0"/>
              </a:spcBef>
            </a:pPr>
            <a:r>
              <a:rPr lang="en-US" b="true" sz="3641" i="true" spc="1092" u="sng">
                <a:solidFill>
                  <a:srgbClr val="E7191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RED COLOUR MEAN THREADED REGION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6782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9144000" y="1806362"/>
            <a:ext cx="0" cy="667659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982325" y="1508018"/>
            <a:ext cx="3495255" cy="3156249"/>
          </a:xfrm>
          <a:custGeom>
            <a:avLst/>
            <a:gdLst/>
            <a:ahLst/>
            <a:cxnLst/>
            <a:rect r="r" b="b" t="t" l="l"/>
            <a:pathLst>
              <a:path h="3156249" w="3495255">
                <a:moveTo>
                  <a:pt x="0" y="0"/>
                </a:moveTo>
                <a:lnTo>
                  <a:pt x="3495255" y="0"/>
                </a:lnTo>
                <a:lnTo>
                  <a:pt x="3495255" y="3156250"/>
                </a:lnTo>
                <a:lnTo>
                  <a:pt x="0" y="315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12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20743" y="1275878"/>
            <a:ext cx="3714689" cy="3620530"/>
          </a:xfrm>
          <a:custGeom>
            <a:avLst/>
            <a:gdLst/>
            <a:ahLst/>
            <a:cxnLst/>
            <a:rect r="r" b="b" t="t" l="l"/>
            <a:pathLst>
              <a:path h="3620530" w="3714689">
                <a:moveTo>
                  <a:pt x="0" y="0"/>
                </a:moveTo>
                <a:lnTo>
                  <a:pt x="3714688" y="0"/>
                </a:lnTo>
                <a:lnTo>
                  <a:pt x="3714688" y="3620530"/>
                </a:lnTo>
                <a:lnTo>
                  <a:pt x="0" y="3620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38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08832" y="5058333"/>
            <a:ext cx="3938511" cy="3593891"/>
          </a:xfrm>
          <a:custGeom>
            <a:avLst/>
            <a:gdLst/>
            <a:ahLst/>
            <a:cxnLst/>
            <a:rect r="r" b="b" t="t" l="l"/>
            <a:pathLst>
              <a:path h="3593891" w="3938511">
                <a:moveTo>
                  <a:pt x="0" y="0"/>
                </a:moveTo>
                <a:lnTo>
                  <a:pt x="3938511" y="0"/>
                </a:lnTo>
                <a:lnTo>
                  <a:pt x="3938511" y="3593891"/>
                </a:lnTo>
                <a:lnTo>
                  <a:pt x="0" y="3593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40069" y="4949279"/>
            <a:ext cx="3837511" cy="3702945"/>
          </a:xfrm>
          <a:custGeom>
            <a:avLst/>
            <a:gdLst/>
            <a:ahLst/>
            <a:cxnLst/>
            <a:rect r="r" b="b" t="t" l="l"/>
            <a:pathLst>
              <a:path h="3702945" w="3837511">
                <a:moveTo>
                  <a:pt x="0" y="0"/>
                </a:moveTo>
                <a:lnTo>
                  <a:pt x="3837511" y="0"/>
                </a:lnTo>
                <a:lnTo>
                  <a:pt x="3837511" y="3702945"/>
                </a:lnTo>
                <a:lnTo>
                  <a:pt x="0" y="3702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731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37795">
            <a:off x="5029338" y="1992448"/>
            <a:ext cx="2766268" cy="1355471"/>
          </a:xfrm>
          <a:custGeom>
            <a:avLst/>
            <a:gdLst/>
            <a:ahLst/>
            <a:cxnLst/>
            <a:rect r="r" b="b" t="t" l="l"/>
            <a:pathLst>
              <a:path h="1355471" w="2766268">
                <a:moveTo>
                  <a:pt x="0" y="0"/>
                </a:moveTo>
                <a:lnTo>
                  <a:pt x="2766268" y="0"/>
                </a:lnTo>
                <a:lnTo>
                  <a:pt x="2766268" y="1355472"/>
                </a:lnTo>
                <a:lnTo>
                  <a:pt x="0" y="1355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337795">
            <a:off x="12239397" y="2096505"/>
            <a:ext cx="2754196" cy="1349556"/>
          </a:xfrm>
          <a:custGeom>
            <a:avLst/>
            <a:gdLst/>
            <a:ahLst/>
            <a:cxnLst/>
            <a:rect r="r" b="b" t="t" l="l"/>
            <a:pathLst>
              <a:path h="1349556" w="2754196">
                <a:moveTo>
                  <a:pt x="0" y="0"/>
                </a:moveTo>
                <a:lnTo>
                  <a:pt x="2754197" y="0"/>
                </a:lnTo>
                <a:lnTo>
                  <a:pt x="2754197" y="1349557"/>
                </a:lnTo>
                <a:lnTo>
                  <a:pt x="0" y="1349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69905" y="6221526"/>
            <a:ext cx="2142567" cy="2142567"/>
          </a:xfrm>
          <a:custGeom>
            <a:avLst/>
            <a:gdLst/>
            <a:ahLst/>
            <a:cxnLst/>
            <a:rect r="r" b="b" t="t" l="l"/>
            <a:pathLst>
              <a:path h="2142567" w="2142567">
                <a:moveTo>
                  <a:pt x="0" y="0"/>
                </a:moveTo>
                <a:lnTo>
                  <a:pt x="2142567" y="0"/>
                </a:lnTo>
                <a:lnTo>
                  <a:pt x="2142567" y="2142567"/>
                </a:lnTo>
                <a:lnTo>
                  <a:pt x="0" y="2142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87541" y="6221526"/>
            <a:ext cx="2142567" cy="2142567"/>
          </a:xfrm>
          <a:custGeom>
            <a:avLst/>
            <a:gdLst/>
            <a:ahLst/>
            <a:cxnLst/>
            <a:rect r="r" b="b" t="t" l="l"/>
            <a:pathLst>
              <a:path h="2142567" w="2142567">
                <a:moveTo>
                  <a:pt x="0" y="0"/>
                </a:moveTo>
                <a:lnTo>
                  <a:pt x="2142567" y="0"/>
                </a:lnTo>
                <a:lnTo>
                  <a:pt x="2142567" y="2142567"/>
                </a:lnTo>
                <a:lnTo>
                  <a:pt x="0" y="2142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8064" y="371309"/>
            <a:ext cx="16299140" cy="49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Needle engagement and disengagement mechanism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94814" y="3098569"/>
            <a:ext cx="3192726" cy="30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43"/>
              </a:lnSpc>
            </a:pPr>
            <a:r>
              <a:rPr lang="en-US" sz="14504" spc="870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8442" y="3746184"/>
            <a:ext cx="3042300" cy="16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1"/>
              </a:lnSpc>
            </a:pPr>
            <a:r>
              <a:rPr lang="en-US" sz="2470" spc="148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State 1</a:t>
            </a:r>
          </a:p>
          <a:p>
            <a:pPr algn="just">
              <a:lnSpc>
                <a:spcPts val="4521"/>
              </a:lnSpc>
            </a:pPr>
            <a:r>
              <a:rPr lang="en-US" sz="2470" spc="148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Gear Engaged</a:t>
            </a:r>
          </a:p>
          <a:p>
            <a:pPr algn="just">
              <a:lnSpc>
                <a:spcPts val="4521"/>
              </a:lnSpc>
            </a:pPr>
            <a:r>
              <a:rPr lang="en-US" sz="2470" spc="148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Needle deploy </a:t>
            </a:r>
            <a:r>
              <a:rPr lang="en-US" b="true" sz="2470" spc="148">
                <a:solidFill>
                  <a:srgbClr val="78F642">
                    <a:alpha val="77647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77580" y="3903429"/>
            <a:ext cx="3494232" cy="225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1"/>
              </a:lnSpc>
            </a:pPr>
            <a:r>
              <a:rPr lang="en-US" sz="2470" spc="148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State 2</a:t>
            </a:r>
          </a:p>
          <a:p>
            <a:pPr algn="just">
              <a:lnSpc>
                <a:spcPts val="4521"/>
              </a:lnSpc>
            </a:pPr>
            <a:r>
              <a:rPr lang="en-US" sz="2470" spc="148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Gear Disengaged</a:t>
            </a:r>
          </a:p>
          <a:p>
            <a:pPr algn="just">
              <a:lnSpc>
                <a:spcPts val="4521"/>
              </a:lnSpc>
            </a:pPr>
            <a:r>
              <a:rPr lang="en-US" sz="2470" spc="148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No Needle deploy </a:t>
            </a:r>
            <a:r>
              <a:rPr lang="en-US" b="true" sz="2470" spc="148">
                <a:solidFill>
                  <a:srgbClr val="E7191F">
                    <a:alpha val="77647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X</a:t>
            </a:r>
          </a:p>
          <a:p>
            <a:pPr algn="just">
              <a:lnSpc>
                <a:spcPts val="4521"/>
              </a:lnSpc>
            </a:pPr>
            <a:r>
              <a:rPr lang="en-US" b="true" sz="2470" spc="148">
                <a:solidFill>
                  <a:srgbClr val="E7191F">
                    <a:alpha val="77647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Needle freely move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826440" y="2656798"/>
            <a:ext cx="11243738" cy="6315752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504657" y="530613"/>
            <a:ext cx="2754643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9.991/10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160" y="1370790"/>
            <a:ext cx="16299140" cy="101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Just pull the side handle to disengage gear and let needle flow freely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6782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064" y="1275878"/>
            <a:ext cx="1155029" cy="115502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70872" y="2675899"/>
            <a:ext cx="6425764" cy="6337409"/>
          </a:xfrm>
          <a:custGeom>
            <a:avLst/>
            <a:gdLst/>
            <a:ahLst/>
            <a:cxnLst/>
            <a:rect r="r" b="b" t="t" l="l"/>
            <a:pathLst>
              <a:path h="6337409" w="6425764">
                <a:moveTo>
                  <a:pt x="0" y="0"/>
                </a:moveTo>
                <a:lnTo>
                  <a:pt x="6425763" y="0"/>
                </a:lnTo>
                <a:lnTo>
                  <a:pt x="6425763" y="6337409"/>
                </a:lnTo>
                <a:lnTo>
                  <a:pt x="0" y="6337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00534" y="2672627"/>
            <a:ext cx="3324890" cy="2994769"/>
          </a:xfrm>
          <a:custGeom>
            <a:avLst/>
            <a:gdLst/>
            <a:ahLst/>
            <a:cxnLst/>
            <a:rect r="r" b="b" t="t" l="l"/>
            <a:pathLst>
              <a:path h="2994769" w="3324890">
                <a:moveTo>
                  <a:pt x="0" y="0"/>
                </a:moveTo>
                <a:lnTo>
                  <a:pt x="3324890" y="0"/>
                </a:lnTo>
                <a:lnTo>
                  <a:pt x="3324890" y="2994769"/>
                </a:lnTo>
                <a:lnTo>
                  <a:pt x="0" y="2994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10" t="0" r="-5909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4311765" y="4924101"/>
            <a:ext cx="238555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311765" y="5825554"/>
            <a:ext cx="238555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4584219" y="6730429"/>
            <a:ext cx="132844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912663" y="5844604"/>
            <a:ext cx="0" cy="8858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443317" y="6895586"/>
            <a:ext cx="0" cy="8858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443317" y="7762361"/>
            <a:ext cx="2644502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3667183" y="7066172"/>
            <a:ext cx="0" cy="6961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8811493" y="3724944"/>
            <a:ext cx="17955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404815" y="5667396"/>
            <a:ext cx="3420609" cy="2883799"/>
          </a:xfrm>
          <a:custGeom>
            <a:avLst/>
            <a:gdLst/>
            <a:ahLst/>
            <a:cxnLst/>
            <a:rect r="r" b="b" t="t" l="l"/>
            <a:pathLst>
              <a:path h="2883799" w="3420609">
                <a:moveTo>
                  <a:pt x="0" y="0"/>
                </a:moveTo>
                <a:lnTo>
                  <a:pt x="3420609" y="0"/>
                </a:lnTo>
                <a:lnTo>
                  <a:pt x="3420609" y="2883799"/>
                </a:lnTo>
                <a:lnTo>
                  <a:pt x="0" y="2883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9" t="0" r="-10214" b="0"/>
            </a:stretch>
          </a:blipFill>
        </p:spPr>
      </p:sp>
      <p:sp>
        <p:nvSpPr>
          <p:cNvPr name="AutoShape 18" id="18"/>
          <p:cNvSpPr/>
          <p:nvPr/>
        </p:nvSpPr>
        <p:spPr>
          <a:xfrm flipV="true">
            <a:off x="9365149" y="7343936"/>
            <a:ext cx="1750329" cy="5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4299551" y="517525"/>
            <a:ext cx="2959749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9.92/10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88860" y="1691419"/>
            <a:ext cx="16299140" cy="49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Usage of standard gears, coupler, bearings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97323" y="4359356"/>
            <a:ext cx="2114170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SH-CPLS8-2-3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015924" y="2672627"/>
            <a:ext cx="3135608" cy="5928411"/>
            <a:chOff x="0" y="0"/>
            <a:chExt cx="4180811" cy="79045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3993026"/>
              <a:ext cx="3417784" cy="3911522"/>
            </a:xfrm>
            <a:custGeom>
              <a:avLst/>
              <a:gdLst/>
              <a:ahLst/>
              <a:cxnLst/>
              <a:rect r="r" b="b" t="t" l="l"/>
              <a:pathLst>
                <a:path h="3911522" w="3417784">
                  <a:moveTo>
                    <a:pt x="0" y="0"/>
                  </a:moveTo>
                  <a:lnTo>
                    <a:pt x="3417784" y="0"/>
                  </a:lnTo>
                  <a:lnTo>
                    <a:pt x="3417784" y="3911522"/>
                  </a:lnTo>
                  <a:lnTo>
                    <a:pt x="0" y="391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995" t="-18072" r="-62862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5771" cy="3993026"/>
            </a:xfrm>
            <a:custGeom>
              <a:avLst/>
              <a:gdLst/>
              <a:ahLst/>
              <a:cxnLst/>
              <a:rect r="r" b="b" t="t" l="l"/>
              <a:pathLst>
                <a:path h="3993026" w="3825771">
                  <a:moveTo>
                    <a:pt x="0" y="0"/>
                  </a:moveTo>
                  <a:lnTo>
                    <a:pt x="3825771" y="0"/>
                  </a:lnTo>
                  <a:lnTo>
                    <a:pt x="3825771" y="3993026"/>
                  </a:lnTo>
                  <a:lnTo>
                    <a:pt x="0" y="3993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544" r="-21195" b="0"/>
              </a:stretch>
            </a:blipFill>
          </p:spPr>
        </p:sp>
        <p:sp>
          <p:nvSpPr>
            <p:cNvPr name="AutoShape 25" id="25"/>
            <p:cNvSpPr/>
            <p:nvPr/>
          </p:nvSpPr>
          <p:spPr>
            <a:xfrm>
              <a:off x="2655121" y="2343980"/>
              <a:ext cx="152532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V="true">
              <a:off x="2413343" y="5630613"/>
              <a:ext cx="1767103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5779425" y="3979716"/>
            <a:ext cx="2114170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SH-CPLS8-2-3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11179" y="5402881"/>
            <a:ext cx="2114170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M50B20_1103_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17656" y="7875200"/>
            <a:ext cx="3278386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GEAHB0.5-20-3-A-3_b</a:t>
            </a:r>
          </a:p>
        </p:txBody>
      </p:sp>
      <p:sp>
        <p:nvSpPr>
          <p:cNvPr name="AutoShape 30" id="30"/>
          <p:cNvSpPr/>
          <p:nvPr/>
        </p:nvSpPr>
        <p:spPr>
          <a:xfrm>
            <a:off x="6106869" y="7757992"/>
            <a:ext cx="0" cy="2410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7356849" y="6840471"/>
            <a:ext cx="2290263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3-6-2.5 bearing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54408" y="3286906"/>
            <a:ext cx="2114170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C-E673ZZ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91379" y="6392121"/>
            <a:ext cx="2290263" cy="8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Misumi</a:t>
            </a:r>
          </a:p>
          <a:p>
            <a:pPr algn="just">
              <a:lnSpc>
                <a:spcPts val="3642"/>
              </a:lnSpc>
            </a:pPr>
            <a:r>
              <a:rPr lang="en-US" sz="1990" spc="119">
                <a:solidFill>
                  <a:srgbClr val="000000">
                    <a:alpha val="77647"/>
                  </a:srgbClr>
                </a:solidFill>
                <a:latin typeface="Inter"/>
                <a:ea typeface="Inter"/>
                <a:cs typeface="Inter"/>
                <a:sym typeface="Inter"/>
              </a:rPr>
              <a:t>2-6-2.5 bearing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6782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064" y="1275878"/>
            <a:ext cx="1155029" cy="115502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1762984" y="2264209"/>
            <a:ext cx="3425770" cy="4012843"/>
          </a:xfrm>
          <a:custGeom>
            <a:avLst/>
            <a:gdLst/>
            <a:ahLst/>
            <a:cxnLst/>
            <a:rect r="r" b="b" t="t" l="l"/>
            <a:pathLst>
              <a:path h="4012843" w="3425770">
                <a:moveTo>
                  <a:pt x="0" y="0"/>
                </a:moveTo>
                <a:lnTo>
                  <a:pt x="3425770" y="0"/>
                </a:lnTo>
                <a:lnTo>
                  <a:pt x="3425770" y="4012843"/>
                </a:lnTo>
                <a:lnTo>
                  <a:pt x="0" y="4012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3" r="0" b="-4998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39771" y="2557745"/>
            <a:ext cx="3453273" cy="3379797"/>
          </a:xfrm>
          <a:custGeom>
            <a:avLst/>
            <a:gdLst/>
            <a:ahLst/>
            <a:cxnLst/>
            <a:rect r="r" b="b" t="t" l="l"/>
            <a:pathLst>
              <a:path h="3379797" w="3453273">
                <a:moveTo>
                  <a:pt x="0" y="0"/>
                </a:moveTo>
                <a:lnTo>
                  <a:pt x="3453273" y="0"/>
                </a:lnTo>
                <a:lnTo>
                  <a:pt x="3453273" y="3379797"/>
                </a:lnTo>
                <a:lnTo>
                  <a:pt x="0" y="3379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498" r="0" b="-815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63191" y="2476881"/>
            <a:ext cx="3377540" cy="3506634"/>
          </a:xfrm>
          <a:custGeom>
            <a:avLst/>
            <a:gdLst/>
            <a:ahLst/>
            <a:cxnLst/>
            <a:rect r="r" b="b" t="t" l="l"/>
            <a:pathLst>
              <a:path h="3506634" w="3377540">
                <a:moveTo>
                  <a:pt x="0" y="0"/>
                </a:moveTo>
                <a:lnTo>
                  <a:pt x="3377540" y="0"/>
                </a:lnTo>
                <a:lnTo>
                  <a:pt x="3377540" y="3506634"/>
                </a:lnTo>
                <a:lnTo>
                  <a:pt x="0" y="3506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249" r="0" b="-7879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10878" y="2361862"/>
            <a:ext cx="2860631" cy="3575680"/>
          </a:xfrm>
          <a:custGeom>
            <a:avLst/>
            <a:gdLst/>
            <a:ahLst/>
            <a:cxnLst/>
            <a:rect r="r" b="b" t="t" l="l"/>
            <a:pathLst>
              <a:path h="3575680" w="2860631">
                <a:moveTo>
                  <a:pt x="0" y="0"/>
                </a:moveTo>
                <a:lnTo>
                  <a:pt x="2860631" y="0"/>
                </a:lnTo>
                <a:lnTo>
                  <a:pt x="2860631" y="3575680"/>
                </a:lnTo>
                <a:lnTo>
                  <a:pt x="0" y="3575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782" r="0" b="-520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712504" y="4969060"/>
            <a:ext cx="2772574" cy="5258686"/>
          </a:xfrm>
          <a:custGeom>
            <a:avLst/>
            <a:gdLst/>
            <a:ahLst/>
            <a:cxnLst/>
            <a:rect r="r" b="b" t="t" l="l"/>
            <a:pathLst>
              <a:path h="5258686" w="2772574">
                <a:moveTo>
                  <a:pt x="0" y="0"/>
                </a:moveTo>
                <a:lnTo>
                  <a:pt x="2772574" y="0"/>
                </a:lnTo>
                <a:lnTo>
                  <a:pt x="2772574" y="5258686"/>
                </a:lnTo>
                <a:lnTo>
                  <a:pt x="0" y="5258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767" b="-262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7978862" y="5244097"/>
            <a:ext cx="2772574" cy="4753621"/>
          </a:xfrm>
          <a:custGeom>
            <a:avLst/>
            <a:gdLst/>
            <a:ahLst/>
            <a:cxnLst/>
            <a:rect r="r" b="b" t="t" l="l"/>
            <a:pathLst>
              <a:path h="4753621" w="2772574">
                <a:moveTo>
                  <a:pt x="0" y="0"/>
                </a:moveTo>
                <a:lnTo>
                  <a:pt x="2772574" y="0"/>
                </a:lnTo>
                <a:lnTo>
                  <a:pt x="2772574" y="4753621"/>
                </a:lnTo>
                <a:lnTo>
                  <a:pt x="0" y="4753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961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3031741" y="5148136"/>
            <a:ext cx="2835321" cy="4900533"/>
          </a:xfrm>
          <a:custGeom>
            <a:avLst/>
            <a:gdLst/>
            <a:ahLst/>
            <a:cxnLst/>
            <a:rect r="r" b="b" t="t" l="l"/>
            <a:pathLst>
              <a:path h="4900533" w="2835321">
                <a:moveTo>
                  <a:pt x="0" y="0"/>
                </a:moveTo>
                <a:lnTo>
                  <a:pt x="2835321" y="0"/>
                </a:lnTo>
                <a:lnTo>
                  <a:pt x="2835321" y="4900533"/>
                </a:lnTo>
                <a:lnTo>
                  <a:pt x="0" y="4900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867" t="-11460" r="0" b="-3237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299551" y="517525"/>
            <a:ext cx="2959749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9.92/10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5579" y="1190153"/>
            <a:ext cx="16299140" cy="76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4494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3D printed prototype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6782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38064" y="1275878"/>
            <a:ext cx="1155029" cy="115502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714303" y="2180887"/>
            <a:ext cx="3317586" cy="6740063"/>
          </a:xfrm>
          <a:custGeom>
            <a:avLst/>
            <a:gdLst/>
            <a:ahLst/>
            <a:cxnLst/>
            <a:rect r="r" b="b" t="t" l="l"/>
            <a:pathLst>
              <a:path h="6740063" w="3317586">
                <a:moveTo>
                  <a:pt x="0" y="0"/>
                </a:moveTo>
                <a:lnTo>
                  <a:pt x="3317586" y="0"/>
                </a:lnTo>
                <a:lnTo>
                  <a:pt x="3317586" y="6740063"/>
                </a:lnTo>
                <a:lnTo>
                  <a:pt x="0" y="6740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12" t="-13285" r="-10809" b="-2455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064" y="2179014"/>
            <a:ext cx="3194539" cy="6878480"/>
          </a:xfrm>
          <a:custGeom>
            <a:avLst/>
            <a:gdLst/>
            <a:ahLst/>
            <a:cxnLst/>
            <a:rect r="r" b="b" t="t" l="l"/>
            <a:pathLst>
              <a:path h="6878480" w="3194539">
                <a:moveTo>
                  <a:pt x="0" y="0"/>
                </a:moveTo>
                <a:lnTo>
                  <a:pt x="3194540" y="0"/>
                </a:lnTo>
                <a:lnTo>
                  <a:pt x="3194540" y="6878480"/>
                </a:lnTo>
                <a:lnTo>
                  <a:pt x="0" y="6878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05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12014" y="2179014"/>
            <a:ext cx="2865707" cy="6827393"/>
          </a:xfrm>
          <a:custGeom>
            <a:avLst/>
            <a:gdLst/>
            <a:ahLst/>
            <a:cxnLst/>
            <a:rect r="r" b="b" t="t" l="l"/>
            <a:pathLst>
              <a:path h="6827393" w="2865707">
                <a:moveTo>
                  <a:pt x="0" y="0"/>
                </a:moveTo>
                <a:lnTo>
                  <a:pt x="2865707" y="0"/>
                </a:lnTo>
                <a:lnTo>
                  <a:pt x="2865707" y="6827392"/>
                </a:lnTo>
                <a:lnTo>
                  <a:pt x="0" y="6827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290" t="-11267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53946" y="2179014"/>
            <a:ext cx="2955900" cy="6772696"/>
          </a:xfrm>
          <a:custGeom>
            <a:avLst/>
            <a:gdLst/>
            <a:ahLst/>
            <a:cxnLst/>
            <a:rect r="r" b="b" t="t" l="l"/>
            <a:pathLst>
              <a:path h="6772696" w="2955900">
                <a:moveTo>
                  <a:pt x="0" y="0"/>
                </a:moveTo>
                <a:lnTo>
                  <a:pt x="2955900" y="0"/>
                </a:lnTo>
                <a:lnTo>
                  <a:pt x="2955900" y="6772695"/>
                </a:lnTo>
                <a:lnTo>
                  <a:pt x="0" y="6772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394" r="-1382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86071" y="2179014"/>
            <a:ext cx="2952007" cy="6741936"/>
          </a:xfrm>
          <a:custGeom>
            <a:avLst/>
            <a:gdLst/>
            <a:ahLst/>
            <a:cxnLst/>
            <a:rect r="r" b="b" t="t" l="l"/>
            <a:pathLst>
              <a:path h="6741936" w="2952007">
                <a:moveTo>
                  <a:pt x="0" y="0"/>
                </a:moveTo>
                <a:lnTo>
                  <a:pt x="2952007" y="0"/>
                </a:lnTo>
                <a:lnTo>
                  <a:pt x="2952007" y="6741936"/>
                </a:lnTo>
                <a:lnTo>
                  <a:pt x="0" y="6741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682" t="-12108" r="0" b="-1212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299551" y="517525"/>
            <a:ext cx="2959749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9.92/10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5579" y="1190153"/>
            <a:ext cx="16299140" cy="76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4494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3D printed prototype cont.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190114" y="561881"/>
            <a:ext cx="30691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XIÈ XIÈ!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60242"/>
            <a:ext cx="367026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1838" y="2154319"/>
            <a:ext cx="3545925" cy="175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6"/>
              </a:lnSpc>
            </a:pPr>
            <a:r>
              <a:rPr lang="en-US" sz="10247">
                <a:solidFill>
                  <a:srgbClr val="000000"/>
                </a:solidFill>
                <a:latin typeface="TAN Twinkle"/>
                <a:ea typeface="TAN Twinkle"/>
                <a:cs typeface="TAN Twinkle"/>
                <a:sym typeface="TAN Twinkle"/>
              </a:rPr>
              <a:t>謝謝!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7671491" y="86917"/>
            <a:ext cx="978943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  Actuators to be arriving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DAGU3nJL8Bc</dc:identifier>
  <dcterms:modified xsi:type="dcterms:W3CDTF">2011-08-01T06:04:30Z</dcterms:modified>
  <cp:revision>1</cp:revision>
  <dc:title>Shobit Verma Online -3</dc:title>
</cp:coreProperties>
</file>